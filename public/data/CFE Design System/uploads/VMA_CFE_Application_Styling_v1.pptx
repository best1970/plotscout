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1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2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3.xml" ContentType="application/vnd.openxmlformats-officedocument.drawingml.chartshape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4.xml" ContentType="application/vnd.openxmlformats-officedocument.drawingml.chartshapes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9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0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5.xml" ContentType="application/vnd.openxmlformats-officedocument.drawingml.chartshapes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3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4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drawings/drawing6.xml" ContentType="application/vnd.openxmlformats-officedocument.drawingml.chartshapes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7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8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drawings/drawing7.xml" ContentType="application/vnd.openxmlformats-officedocument.drawingml.chartshapes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2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drawings/drawing8.xml" ContentType="application/vnd.openxmlformats-officedocument.drawingml.chartshapes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5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36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drawings/drawing9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drawings/drawing10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3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4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drawings/drawing11.xml" ContentType="application/vnd.openxmlformats-officedocument.drawingml.chartshapes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47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48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drawings/drawing12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51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52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drawings/drawing13.xml" ContentType="application/vnd.openxmlformats-officedocument.drawingml.chartshapes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55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56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drawings/drawing14.xml" ContentType="application/vnd.openxmlformats-officedocument.drawingml.chartshap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81" r:id="rId5"/>
    <p:sldId id="417" r:id="rId6"/>
    <p:sldId id="418" r:id="rId7"/>
    <p:sldId id="284" r:id="rId8"/>
    <p:sldId id="285" r:id="rId9"/>
    <p:sldId id="286" r:id="rId10"/>
    <p:sldId id="287" r:id="rId11"/>
    <p:sldId id="288" r:id="rId12"/>
    <p:sldId id="425" r:id="rId13"/>
    <p:sldId id="426" r:id="rId14"/>
    <p:sldId id="289" r:id="rId15"/>
    <p:sldId id="423" r:id="rId16"/>
    <p:sldId id="419" r:id="rId17"/>
    <p:sldId id="420" r:id="rId18"/>
    <p:sldId id="421" r:id="rId19"/>
    <p:sldId id="424" r:id="rId20"/>
    <p:sldId id="258" r:id="rId21"/>
    <p:sldId id="413" r:id="rId22"/>
    <p:sldId id="415" r:id="rId23"/>
    <p:sldId id="427" r:id="rId24"/>
    <p:sldId id="414" r:id="rId25"/>
    <p:sldId id="259" r:id="rId26"/>
    <p:sldId id="260" r:id="rId27"/>
    <p:sldId id="261" r:id="rId28"/>
    <p:sldId id="283" r:id="rId29"/>
    <p:sldId id="416" r:id="rId3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0C4F2DA0-9476-4B95-888F-E80F3EC5DDA1}">
          <p14:sldIdLst/>
        </p14:section>
        <p14:section name="Default" id="{0DA1C67E-52F6-4B08-B9C9-BBACD2FEA8EA}">
          <p14:sldIdLst>
            <p14:sldId id="281"/>
            <p14:sldId id="417"/>
            <p14:sldId id="418"/>
            <p14:sldId id="284"/>
            <p14:sldId id="285"/>
            <p14:sldId id="286"/>
            <p14:sldId id="287"/>
            <p14:sldId id="288"/>
            <p14:sldId id="425"/>
            <p14:sldId id="426"/>
            <p14:sldId id="289"/>
            <p14:sldId id="423"/>
          </p14:sldIdLst>
        </p14:section>
        <p14:section name="Responsive Info" id="{BDC617F2-43CE-48C6-81A2-DE971401956E}">
          <p14:sldIdLst>
            <p14:sldId id="419"/>
            <p14:sldId id="420"/>
            <p14:sldId id="421"/>
            <p14:sldId id="424"/>
          </p14:sldIdLst>
        </p14:section>
        <p14:section name="Style Info" id="{01AB460A-B864-4F5B-B152-127779080C41}">
          <p14:sldIdLst>
            <p14:sldId id="258"/>
            <p14:sldId id="413"/>
            <p14:sldId id="415"/>
            <p14:sldId id="427"/>
            <p14:sldId id="414"/>
            <p14:sldId id="259"/>
            <p14:sldId id="260"/>
            <p14:sldId id="261"/>
          </p14:sldIdLst>
        </p14:section>
        <p14:section name="Legacy - Left Menu" id="{96E9EE98-A2D0-4F2B-8131-9BC5479FD4A2}">
          <p14:sldIdLst>
            <p14:sldId id="283"/>
            <p14:sldId id="4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2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29"/>
    <a:srgbClr val="1F9951"/>
    <a:srgbClr val="00173A"/>
    <a:srgbClr val="93BE5D"/>
    <a:srgbClr val="00A6B6"/>
    <a:srgbClr val="78C6B1"/>
    <a:srgbClr val="1B3D82"/>
    <a:srgbClr val="2F5797"/>
    <a:srgbClr val="4465B7"/>
    <a:srgbClr val="58B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FF8BE-5240-7363-A5CA-C91B06B4DBB1}" v="12" dt="2026-06-18T09:37:03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468"/>
      </p:cViewPr>
      <p:guideLst>
        <p:guide orient="horz" pos="459"/>
        <p:guide pos="2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3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4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5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chartUserShapes" Target="../drawings/drawing6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chartUserShapes" Target="../drawings/drawing7.xm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chartUserShapes" Target="../drawings/drawing8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chartUserShapes" Target="../drawings/drawing9.xm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chartUserShapes" Target="../drawings/drawing10.xml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chartUserShapes" Target="../drawings/drawing11.xml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chartUserShapes" Target="../drawings/drawing12.xml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chartUserShapes" Target="../drawings/drawing13.xml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ivodecae\Downloads\pareto_chart_gradient_colors.xlsx" TargetMode="Externa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oleObject" Target="Map1" TargetMode="External"/><Relationship Id="rId2" Type="http://schemas.microsoft.com/office/2011/relationships/chartColorStyle" Target="colors42.xml"/><Relationship Id="rId1" Type="http://schemas.microsoft.com/office/2011/relationships/chartStyle" Target="style42.xml"/><Relationship Id="rId4" Type="http://schemas.openxmlformats.org/officeDocument/2006/relationships/chartUserShapes" Target="../drawings/drawing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r>
              <a:rPr lang="nl-BE" sz="1200" b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Pareto Chart</a:t>
            </a:r>
          </a:p>
        </c:rich>
      </c:tx>
      <c:layout>
        <c:manualLayout>
          <c:xMode val="edge"/>
          <c:yMode val="edge"/>
          <c:x val="9.3653721260813835E-3"/>
          <c:y val="2.3743484180943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7763349646120273E-2"/>
          <c:y val="0.17819315976054326"/>
          <c:w val="0.87797440215197331"/>
          <c:h val="0.55514738597723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'Pareto Chart'!$B$1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1D4F5"/>
            </a:solidFill>
            <a:ln>
              <a:prstDash val="solid"/>
            </a:ln>
          </c:spPr>
          <c:invertIfNegative val="0"/>
          <c:cat>
            <c:strRef>
              <c:f>'Pareto Chart'!$A$2:$A$6</c:f>
              <c:strCache>
                <c:ptCount val="5"/>
                <c:pt idx="0">
                  <c:v>Delay</c:v>
                </c:pt>
                <c:pt idx="1">
                  <c:v>Defect</c:v>
                </c:pt>
                <c:pt idx="2">
                  <c:v>Rework</c:v>
                </c:pt>
                <c:pt idx="3">
                  <c:v>Shortage</c:v>
                </c:pt>
                <c:pt idx="4">
                  <c:v>Overproduction</c:v>
                </c:pt>
              </c:strCache>
            </c:strRef>
          </c:cat>
          <c:val>
            <c:numRef>
              <c:f>'Pareto Chart'!$B$2:$B$6</c:f>
              <c:numCache>
                <c:formatCode>General</c:formatCode>
                <c:ptCount val="5"/>
                <c:pt idx="0">
                  <c:v>60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lineChart>
        <c:grouping val="standard"/>
        <c:varyColors val="0"/>
        <c:ser>
          <c:idx val="1"/>
          <c:order val="1"/>
          <c:tx>
            <c:strRef>
              <c:f>'Pareto Chart'!$C$1</c:f>
              <c:strCache>
                <c:ptCount val="1"/>
                <c:pt idx="0">
                  <c:v>Cumulative Count</c:v>
                </c:pt>
              </c:strCache>
            </c:strRef>
          </c:tx>
          <c:spPr>
            <a:ln>
              <a:solidFill>
                <a:srgbClr val="7AC4B3"/>
              </a:solidFill>
              <a:prstDash val="solid"/>
            </a:ln>
          </c:spPr>
          <c:marker>
            <c:symbol val="none"/>
          </c:marker>
          <c:val>
            <c:numRef>
              <c:f>'Pareto Chart'!$C$2:$C$6</c:f>
              <c:numCache>
                <c:formatCode>General</c:formatCode>
                <c:ptCount val="5"/>
                <c:pt idx="0">
                  <c:v>50</c:v>
                </c:pt>
                <c:pt idx="1">
                  <c:v>75</c:v>
                </c:pt>
                <c:pt idx="2">
                  <c:v>95</c:v>
                </c:pt>
                <c:pt idx="3">
                  <c:v>105</c:v>
                </c:pt>
                <c:pt idx="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4-43DC-BB0C-828E05B19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defRPr>
                </a:pPr>
                <a:r>
                  <a:rPr lang="nl-BE" sz="80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Issue Type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nl-BE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1"/>
        <c:axPos val="l"/>
        <c:majorGridlines/>
        <c:numFmt formatCode="0%" sourceLinked="0"/>
        <c:majorTickMark val="none"/>
        <c:minorTickMark val="none"/>
        <c:tickLblPos val="nextTo"/>
        <c:crossAx val="10"/>
        <c:crosses val="autoZero"/>
        <c:crossBetween val="between"/>
      </c:valAx>
      <c:spPr>
        <a:ln>
          <a:solidFill>
            <a:srgbClr val="002060"/>
          </a:solidFill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136482939632546E-2"/>
          <c:y val="0.17592592592592593"/>
          <c:w val="0.87764129483814524"/>
          <c:h val="0.71042088563478545"/>
        </c:manualLayout>
      </c:layout>
      <c:areaChart>
        <c:grouping val="standard"/>
        <c:varyColors val="0"/>
        <c:ser>
          <c:idx val="0"/>
          <c:order val="0"/>
          <c:tx>
            <c:strRef>
              <c:f>Blad1!$Z$3</c:f>
              <c:strCache>
                <c:ptCount val="1"/>
                <c:pt idx="0">
                  <c:v>Previous Year</c:v>
                </c:pt>
              </c:strCache>
            </c:strRef>
          </c:tx>
          <c:spPr>
            <a:solidFill>
              <a:srgbClr val="008779">
                <a:alpha val="50000"/>
              </a:srgbClr>
            </a:solidFill>
            <a:ln w="9525" cap="flat" cmpd="sng" algn="ctr">
              <a:solidFill>
                <a:srgbClr val="008779"/>
              </a:solidFill>
              <a:round/>
            </a:ln>
            <a:effectLst/>
          </c:spPr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Blad1!$Z$4:$Z$34</c:f>
              <c:numCache>
                <c:formatCode>General</c:formatCode>
                <c:ptCount val="31"/>
                <c:pt idx="0">
                  <c:v>90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  <c:pt idx="4">
                  <c:v>89</c:v>
                </c:pt>
                <c:pt idx="5">
                  <c:v>90</c:v>
                </c:pt>
                <c:pt idx="6">
                  <c:v>90</c:v>
                </c:pt>
                <c:pt idx="7">
                  <c:v>89</c:v>
                </c:pt>
                <c:pt idx="8">
                  <c:v>90</c:v>
                </c:pt>
                <c:pt idx="9">
                  <c:v>89</c:v>
                </c:pt>
                <c:pt idx="10">
                  <c:v>89</c:v>
                </c:pt>
                <c:pt idx="11">
                  <c:v>90</c:v>
                </c:pt>
                <c:pt idx="12">
                  <c:v>90</c:v>
                </c:pt>
                <c:pt idx="13">
                  <c:v>89</c:v>
                </c:pt>
                <c:pt idx="14">
                  <c:v>90</c:v>
                </c:pt>
                <c:pt idx="15">
                  <c:v>89</c:v>
                </c:pt>
                <c:pt idx="16">
                  <c:v>89</c:v>
                </c:pt>
                <c:pt idx="17">
                  <c:v>90</c:v>
                </c:pt>
                <c:pt idx="18">
                  <c:v>90</c:v>
                </c:pt>
                <c:pt idx="19">
                  <c:v>89</c:v>
                </c:pt>
                <c:pt idx="20">
                  <c:v>90</c:v>
                </c:pt>
                <c:pt idx="21">
                  <c:v>89</c:v>
                </c:pt>
                <c:pt idx="22">
                  <c:v>89</c:v>
                </c:pt>
                <c:pt idx="23">
                  <c:v>90</c:v>
                </c:pt>
                <c:pt idx="24">
                  <c:v>90</c:v>
                </c:pt>
                <c:pt idx="25">
                  <c:v>89</c:v>
                </c:pt>
                <c:pt idx="26">
                  <c:v>90</c:v>
                </c:pt>
                <c:pt idx="27">
                  <c:v>89</c:v>
                </c:pt>
                <c:pt idx="28">
                  <c:v>89</c:v>
                </c:pt>
                <c:pt idx="29">
                  <c:v>90</c:v>
                </c:pt>
                <c:pt idx="30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1-4EE8-8CC5-F828AC2E7D16}"/>
            </c:ext>
          </c:extLst>
        </c:ser>
        <c:ser>
          <c:idx val="1"/>
          <c:order val="1"/>
          <c:tx>
            <c:strRef>
              <c:f>Blad1!$AA$3</c:f>
              <c:strCache>
                <c:ptCount val="1"/>
                <c:pt idx="0">
                  <c:v>This Year</c:v>
                </c:pt>
              </c:strCache>
            </c:strRef>
          </c:tx>
          <c:spPr>
            <a:solidFill>
              <a:srgbClr val="0080C8">
                <a:alpha val="50000"/>
              </a:srgbClr>
            </a:solidFill>
            <a:ln w="9525" cap="flat" cmpd="sng" algn="ctr">
              <a:solidFill>
                <a:srgbClr val="0C365D"/>
              </a:solidFill>
              <a:round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143D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Blad1!$Y$4:$Y$34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cat>
          <c:val>
            <c:numRef>
              <c:f>Blad1!$AA$4:$AA$34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30</c:v>
                </c:pt>
                <c:pt idx="6">
                  <c:v>97</c:v>
                </c:pt>
                <c:pt idx="7">
                  <c:v>64</c:v>
                </c:pt>
                <c:pt idx="8">
                  <c:v>66</c:v>
                </c:pt>
                <c:pt idx="9">
                  <c:v>109</c:v>
                </c:pt>
                <c:pt idx="10">
                  <c:v>86</c:v>
                </c:pt>
                <c:pt idx="11">
                  <c:v>45</c:v>
                </c:pt>
                <c:pt idx="12">
                  <c:v>0</c:v>
                </c:pt>
                <c:pt idx="13">
                  <c:v>44</c:v>
                </c:pt>
                <c:pt idx="14">
                  <c:v>65</c:v>
                </c:pt>
                <c:pt idx="15">
                  <c:v>0</c:v>
                </c:pt>
                <c:pt idx="16">
                  <c:v>61</c:v>
                </c:pt>
                <c:pt idx="17">
                  <c:v>52</c:v>
                </c:pt>
                <c:pt idx="18">
                  <c:v>0</c:v>
                </c:pt>
                <c:pt idx="19">
                  <c:v>0</c:v>
                </c:pt>
                <c:pt idx="20">
                  <c:v>47</c:v>
                </c:pt>
                <c:pt idx="21">
                  <c:v>107</c:v>
                </c:pt>
                <c:pt idx="22">
                  <c:v>101</c:v>
                </c:pt>
                <c:pt idx="23">
                  <c:v>110</c:v>
                </c:pt>
                <c:pt idx="24">
                  <c:v>89</c:v>
                </c:pt>
                <c:pt idx="25">
                  <c:v>17</c:v>
                </c:pt>
                <c:pt idx="26">
                  <c:v>0</c:v>
                </c:pt>
                <c:pt idx="27">
                  <c:v>68</c:v>
                </c:pt>
                <c:pt idx="28">
                  <c:v>89</c:v>
                </c:pt>
                <c:pt idx="29">
                  <c:v>110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1-4EE8-8CC5-F828AC2E7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800368"/>
        <c:axId val="2061801808"/>
      </c:areaChart>
      <c:catAx>
        <c:axId val="206180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1808"/>
        <c:crosses val="autoZero"/>
        <c:auto val="1"/>
        <c:lblAlgn val="ctr"/>
        <c:lblOffset val="100"/>
        <c:noMultiLvlLbl val="0"/>
      </c:catAx>
      <c:valAx>
        <c:axId val="206180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C365D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43D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20618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0606665770864376"/>
          <c:y val="4.0529439408458254E-2"/>
          <c:w val="0.34612428668838513"/>
          <c:h val="4.91775065810487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43D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33875800002326E-2"/>
          <c:y val="2.3928676233569562E-2"/>
          <c:w val="0.75400438325503316"/>
          <c:h val="0.96558787585121264"/>
        </c:manualLayout>
      </c:layout>
      <c:doughnutChart>
        <c:varyColors val="1"/>
        <c:ser>
          <c:idx val="1"/>
          <c:order val="0"/>
          <c:dPt>
            <c:idx val="0"/>
            <c:bubble3D val="0"/>
            <c:spPr>
              <a:solidFill>
                <a:srgbClr val="00AD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3-4A70-9CB0-3C8FCE36A5D6}"/>
              </c:ext>
            </c:extLst>
          </c:dPt>
          <c:val>
            <c:numRef>
              <c:f>Blad2!$AD$3:$AD$5</c:f>
              <c:numCache>
                <c:formatCode>0%</c:formatCode>
                <c:ptCount val="3"/>
                <c:pt idx="0">
                  <c:v>0.65</c:v>
                </c:pt>
                <c:pt idx="1">
                  <c:v>0.35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C3-4A70-9CB0-3C8FCE36A5D6}"/>
            </c:ext>
          </c:extLst>
        </c:ser>
        <c:ser>
          <c:idx val="2"/>
          <c:order val="1"/>
          <c:dPt>
            <c:idx val="0"/>
            <c:bubble3D val="0"/>
            <c:spPr>
              <a:solidFill>
                <a:srgbClr val="0080C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9C3-4A70-9CB0-3C8FCE36A5D6}"/>
              </c:ext>
            </c:extLst>
          </c:dPt>
          <c:val>
            <c:numRef>
              <c:f>Blad2!$AE$3:$AE$5</c:f>
              <c:numCache>
                <c:formatCode>0%</c:formatCode>
                <c:ptCount val="3"/>
                <c:pt idx="0">
                  <c:v>0.88</c:v>
                </c:pt>
                <c:pt idx="1">
                  <c:v>0.12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9C3-4A70-9CB0-3C8FCE36A5D6}"/>
            </c:ext>
          </c:extLst>
        </c:ser>
        <c:ser>
          <c:idx val="3"/>
          <c:order val="2"/>
          <c:spPr>
            <a:effectLst>
              <a:glow>
                <a:schemeClr val="accent1">
                  <a:alpha val="40000"/>
                </a:schemeClr>
              </a:glow>
              <a:softEdge rad="0"/>
            </a:effectLst>
          </c:spPr>
          <c:explosion val="3"/>
          <c:dPt>
            <c:idx val="0"/>
            <c:bubble3D val="0"/>
            <c:explosion val="0"/>
            <c:spPr>
              <a:solidFill>
                <a:srgbClr val="0C365D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F-89C3-4A70-9CB0-3C8FCE36A5D6}"/>
              </c:ext>
            </c:extLst>
          </c:dPt>
          <c:dPt>
            <c:idx val="1"/>
            <c:bubble3D val="0"/>
            <c:spPr>
              <a:noFill/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1-89C3-4A70-9CB0-3C8FCE36A5D6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>
                <a:glow>
                  <a:schemeClr val="accent1">
                    <a:alpha val="40000"/>
                  </a:schemeClr>
                </a:glo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13-89C3-4A70-9CB0-3C8FCE36A5D6}"/>
              </c:ext>
            </c:extLst>
          </c:dPt>
          <c:val>
            <c:numRef>
              <c:f>Blad2!$AF$3:$AF$5</c:f>
              <c:numCache>
                <c:formatCode>0%</c:formatCode>
                <c:ptCount val="3"/>
                <c:pt idx="0">
                  <c:v>0.95</c:v>
                </c:pt>
                <c:pt idx="1">
                  <c:v>5.0000000000000044E-2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C3-4A70-9CB0-3C8FCE36A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spPr>
            <a:solidFill>
              <a:srgbClr val="00ADE5"/>
            </a:solidFill>
            <a:ln>
              <a:noFill/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Blad2!$AR$2:$AR$4</c:f>
              <c:numCache>
                <c:formatCode>0.0%</c:formatCode>
                <c:ptCount val="3"/>
                <c:pt idx="0">
                  <c:v>0.38</c:v>
                </c:pt>
                <c:pt idx="1">
                  <c:v>0.41599999999999998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C-42D7-8832-515111C0F957}"/>
            </c:ext>
          </c:extLst>
        </c:ser>
        <c:ser>
          <c:idx val="1"/>
          <c:order val="1"/>
          <c:spPr>
            <a:solidFill>
              <a:srgbClr val="E3E6EE"/>
            </a:solidFill>
            <a:ln>
              <a:solidFill>
                <a:srgbClr val="E3E6EE"/>
              </a:solidFill>
            </a:ln>
            <a:effectLst/>
          </c:spPr>
          <c:invertIfNegative val="0"/>
          <c:cat>
            <c:strRef>
              <c:f>Blad2!$AQ$2:$AQ$4</c:f>
              <c:strCache>
                <c:ptCount val="3"/>
                <c:pt idx="0">
                  <c:v>running time</c:v>
                </c:pt>
                <c:pt idx="1">
                  <c:v>output</c:v>
                </c:pt>
                <c:pt idx="2">
                  <c:v>good output</c:v>
                </c:pt>
              </c:strCache>
            </c:strRef>
          </c:cat>
          <c:val>
            <c:numRef>
              <c:f>Blad2!$AS$2:$AS$4</c:f>
              <c:numCache>
                <c:formatCode>0.0%</c:formatCode>
                <c:ptCount val="3"/>
                <c:pt idx="0">
                  <c:v>0.62</c:v>
                </c:pt>
                <c:pt idx="1">
                  <c:v>0.58399999999999996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EC-42D7-8832-515111C0F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87983"/>
        <c:axId val="343588463"/>
      </c:barChart>
      <c:catAx>
        <c:axId val="343587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3588463"/>
        <c:crosses val="autoZero"/>
        <c:auto val="1"/>
        <c:lblAlgn val="ctr"/>
        <c:lblOffset val="100"/>
        <c:noMultiLvlLbl val="0"/>
      </c:catAx>
      <c:valAx>
        <c:axId val="343588463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358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l-B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80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0.17015</cdr:x>
      <cdr:y>0.73567</cdr:y>
    </cdr:from>
    <cdr:to>
      <cdr:x>0.24794</cdr:x>
      <cdr:y>0.85362</cdr:y>
    </cdr:to>
    <cdr:sp macro="" textlink="">
      <cdr:nvSpPr>
        <cdr:cNvPr id="2" name="Tekstvak 135">
          <a:extLst xmlns:a="http://schemas.openxmlformats.org/drawingml/2006/main">
            <a:ext uri="{FF2B5EF4-FFF2-40B4-BE49-F238E27FC236}">
              <a16:creationId xmlns:a16="http://schemas.microsoft.com/office/drawing/2014/main" id="{FDD3A093-38D8-C2AB-BD6A-A9879C10C91C}"/>
            </a:ext>
          </a:extLst>
        </cdr:cNvPr>
        <cdr:cNvSpPr txBox="1"/>
      </cdr:nvSpPr>
      <cdr:spPr>
        <a:xfrm xmlns:a="http://schemas.openxmlformats.org/drawingml/2006/main">
          <a:off x="957898" y="1535699"/>
          <a:ext cx="437940" cy="24622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nl-BE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nl-BE" sz="1000" dirty="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rPr>
            <a:t>38%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8C16C-D48F-4BF6-95F8-87FF8F7460E6}" type="datetimeFigureOut">
              <a:t>18-6-2026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315C6-982A-4FBD-B093-F936C5ED7192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u="sng" err="1"/>
              <a:t>Icons</a:t>
            </a:r>
            <a:r>
              <a:rPr lang="nl-BE" u="sng"/>
              <a:t>:</a:t>
            </a:r>
            <a:r>
              <a:rPr lang="nl-BE"/>
              <a:t> </a:t>
            </a:r>
            <a:br>
              <a:rPr lang="nl-BE"/>
            </a:br>
            <a:br>
              <a:rPr lang="nl-BE"/>
            </a:br>
            <a:r>
              <a:rPr lang="nl-BE"/>
              <a:t>https://www.iconpacks.net/free-icon/</a:t>
            </a:r>
          </a:p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15C6-982A-4FBD-B093-F936C5ED719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2822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E14B0-755F-F9DC-3340-77EF91F5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56DC1D-76BD-6E88-AD93-490BB3044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B45F9B8-C520-36FB-599E-9F522E35D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u="sng" err="1"/>
              <a:t>Icons</a:t>
            </a:r>
            <a:r>
              <a:rPr lang="nl-BE" u="sng"/>
              <a:t>:</a:t>
            </a:r>
            <a:r>
              <a:rPr lang="nl-BE"/>
              <a:t> </a:t>
            </a:r>
            <a:br>
              <a:rPr lang="nl-BE"/>
            </a:br>
            <a:br>
              <a:rPr lang="nl-BE"/>
            </a:br>
            <a:r>
              <a:rPr lang="nl-BE"/>
              <a:t>https://www.iconpacks.net/free-icon/</a:t>
            </a: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9D693F2-E854-EFB1-54A5-CD3BFF198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15C6-982A-4FBD-B093-F936C5ED7192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0579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15C6-982A-4FBD-B093-F936C5ED7192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5726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15C6-982A-4FBD-B093-F936C5ED7192}" type="slidenum">
              <a:rPr lang="nl-BE" smtClean="0"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726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4EDCA-8BC8-8FA1-71F5-5CFB1E74C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E465816-AEFC-040D-B3CE-596B0C81F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A553F74-2C5A-2B04-081B-AD7594231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821BA05-121B-4422-CCCB-7B3FF5D9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708CCD-15BB-696E-58D4-D2E411EF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227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5F55A-C86A-76C5-16BF-4F0B3C43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01ABEE-0490-42F1-D9B1-4EAD1ACD2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4098201-434F-5ABA-6222-0B939EEA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CF48C1-7B7D-446E-6469-2635DB9C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01451A-1116-FB77-C6DE-F1DB5BA5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657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28496-8AAB-877A-C104-570EB803D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4CA091E-1922-73B1-C650-8A156378C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035D6F4-9925-0C67-BF6B-FF110C98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7A4B8DB-AF23-FD9F-124E-1A77A9CD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84CA23-2091-5597-FE25-6EBB2F10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243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D37F2-5D8E-E42E-589E-8453B7DF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D11193-6210-C239-DF72-85A5BF217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986991-EF9B-5A62-FC47-814159E01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B680C7-F7DB-6FAB-20AF-24D208C6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BF3EA87-B250-5E48-5CAD-BC3B394A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2489249-A3B2-D2A9-0B84-F43856C2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884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98141-25AC-C139-CF09-FBB69659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C2957C-3B99-F6C0-4FA0-2C4B1774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61EAF92-6CFC-8F5D-999F-BB57241F8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98CD012-71F4-60CD-6D52-38C28E83D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8C3867D-138F-8742-0B2C-63AC58688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1DAE182-F771-D678-64A1-FD84C5E6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8BDD056-E88D-8931-5912-D7628858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01587AD-6701-92BD-9077-C3F4DFAC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160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5B8D4-CC2E-1F5A-F443-682C7F97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15CBBD9-A99E-9381-F3E8-88CB0179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939763F-9F36-D696-09CF-ADA3E93C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9A6AFD6-DE56-8691-CB6E-2314B91C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2684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67EBF0D-0392-1742-2D4B-7D562482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847D4A0-7520-473C-8746-311033F7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F9085E-AB7A-E92E-2D43-459F07AC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999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77A38-8035-0D90-4E07-5ACA66C6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7F7664-F457-FB8E-D6E9-8E7F71A5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50B7DF2-C72C-EBBE-26DA-55391A37A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20A3BA8-BD79-272B-4336-861E5207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554ED83-31DC-B0DD-895B-0E027ECF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92D3DD5-71F4-D734-9EF4-EF13D75F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04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491292-0509-4A9C-55A7-890B2D61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B579FC9-E91C-B19C-1AAF-71D888BD3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9D1DD5B-902B-E059-1D5C-88E0C3E35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A0669F-B7DE-03BC-33AF-5B0CF23B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ADCAB2-F87F-F35B-1D8D-E168A3A1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83FFBC7-7E5B-F2A6-521F-930FCF93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9771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98169-36CF-4933-66D9-6099DBBC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7E3B886-F138-C921-1335-9FCF7510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DA02EC-EA55-ADDC-EF5F-3E8B6EAE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C72BCC2-4020-A4D4-428F-2E890E59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4CB293-1735-D3AE-62BD-74569C88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3690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95E36F6-F2CF-C61E-8621-1B8056475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FD46CEB-E461-0C81-4232-269944AEB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74282C0-1142-012A-3C20-FA2D1BA5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2A8063-FA9B-0652-FCB9-00152A5E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032DED9-37E5-2682-6B39-123FCB73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1541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088CCC31-E953-F935-C938-78DF68D0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1945" y="638106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73A"/>
                </a:solidFill>
              </a:defRPr>
            </a:lvl1pPr>
          </a:lstStyle>
          <a:p>
            <a:fld id="{7E96E434-E188-AF4B-802D-5450AB98AD20}" type="slidenum">
              <a:rPr lang="fr-FR" smtClean="0"/>
              <a:pPr/>
              <a:t>‹nr.›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FCFE7-CFC4-86B2-8976-17C65BC8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6089" y="6381064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173A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fr-FR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883450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5AAC71E-A894-3113-090F-5938E6C3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06F32F1-0157-0D5F-FAB6-14B08003C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9E4F138-5AC5-BABB-CB53-AA21A6401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DB5CC-4749-47ED-A866-F9DEF68B9354}" type="datetimeFigureOut">
              <a:rPr lang="nl-BE" smtClean="0"/>
              <a:t>18/06/2026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985929-C848-9641-AB6C-B8066BAA7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C3E7EF-3C17-F56F-031B-45A4772E7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6F236-8905-42BD-A8B4-6E94DBC1EA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97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18" Type="http://schemas.openxmlformats.org/officeDocument/2006/relationships/image" Target="../media/image14.jpeg"/><Relationship Id="rId3" Type="http://schemas.openxmlformats.org/officeDocument/2006/relationships/chart" Target="../charts/chart1.xml"/><Relationship Id="rId21" Type="http://schemas.openxmlformats.org/officeDocument/2006/relationships/chart" Target="../charts/chart3.xml"/><Relationship Id="rId7" Type="http://schemas.openxmlformats.org/officeDocument/2006/relationships/image" Target="../media/image4.svg"/><Relationship Id="rId12" Type="http://schemas.openxmlformats.org/officeDocument/2006/relationships/image" Target="../media/image9.svg"/><Relationship Id="rId17" Type="http://schemas.openxmlformats.org/officeDocument/2006/relationships/slide" Target="slide1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image" Target="../media/image12.svg"/><Relationship Id="rId10" Type="http://schemas.openxmlformats.org/officeDocument/2006/relationships/image" Target="../media/image7.svg"/><Relationship Id="rId19" Type="http://schemas.openxmlformats.org/officeDocument/2006/relationships/chart" Target="../charts/chart2.xml"/><Relationship Id="rId4" Type="http://schemas.openxmlformats.org/officeDocument/2006/relationships/image" Target="../media/image1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Relationship Id="rId22" Type="http://schemas.openxmlformats.org/officeDocument/2006/relationships/chart" Target="../charts/char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chart" Target="../charts/chart6.xml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6.png"/><Relationship Id="rId2" Type="http://schemas.openxmlformats.org/officeDocument/2006/relationships/chart" Target="../charts/chart5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8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chart" Target="../charts/chart10.xml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chart" Target="../charts/chart9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12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4.xml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13.xml"/><Relationship Id="rId16" Type="http://schemas.openxmlformats.org/officeDocument/2006/relationships/chart" Target="../charts/chart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15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25.xml"/><Relationship Id="rId18" Type="http://schemas.openxmlformats.org/officeDocument/2006/relationships/image" Target="../media/image13.sv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17.xml"/><Relationship Id="rId16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19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5.xml"/><Relationship Id="rId18" Type="http://schemas.openxmlformats.org/officeDocument/2006/relationships/image" Target="../media/image3.sv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21.xml"/><Relationship Id="rId16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23.xml"/><Relationship Id="rId10" Type="http://schemas.openxmlformats.org/officeDocument/2006/relationships/image" Target="../media/image10.svg"/><Relationship Id="rId19" Type="http://schemas.openxmlformats.org/officeDocument/2006/relationships/image" Target="../media/image18.pn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2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5.xml"/><Relationship Id="rId1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25.xml"/><Relationship Id="rId16" Type="http://schemas.openxmlformats.org/officeDocument/2006/relationships/chart" Target="../charts/chart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27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2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5.xml"/><Relationship Id="rId18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29.xml"/><Relationship Id="rId16" Type="http://schemas.openxmlformats.org/officeDocument/2006/relationships/chart" Target="../charts/chart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31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3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slide" Target="slide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.pn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slide" Target="slide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25.xml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33.xml"/><Relationship Id="rId16" Type="http://schemas.openxmlformats.org/officeDocument/2006/relationships/chart" Target="../charts/chart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35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_units.php" TargetMode="Externa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18" Type="http://schemas.openxmlformats.org/officeDocument/2006/relationships/image" Target="../media/image14.jpeg"/><Relationship Id="rId3" Type="http://schemas.openxmlformats.org/officeDocument/2006/relationships/chart" Target="../charts/chart37.xml"/><Relationship Id="rId21" Type="http://schemas.openxmlformats.org/officeDocument/2006/relationships/chart" Target="../charts/chart39.xml"/><Relationship Id="rId7" Type="http://schemas.openxmlformats.org/officeDocument/2006/relationships/image" Target="../media/image4.svg"/><Relationship Id="rId12" Type="http://schemas.openxmlformats.org/officeDocument/2006/relationships/image" Target="../media/image9.svg"/><Relationship Id="rId17" Type="http://schemas.openxmlformats.org/officeDocument/2006/relationships/slide" Target="slide1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sv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image" Target="../media/image12.svg"/><Relationship Id="rId10" Type="http://schemas.openxmlformats.org/officeDocument/2006/relationships/image" Target="../media/image7.svg"/><Relationship Id="rId19" Type="http://schemas.openxmlformats.org/officeDocument/2006/relationships/chart" Target="../charts/chart38.xml"/><Relationship Id="rId4" Type="http://schemas.openxmlformats.org/officeDocument/2006/relationships/image" Target="../media/image1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Relationship Id="rId22" Type="http://schemas.openxmlformats.org/officeDocument/2006/relationships/chart" Target="../charts/chart4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chart" Target="../charts/chart41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6" Type="http://schemas.openxmlformats.org/officeDocument/2006/relationships/chart" Target="../charts/chart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chart" Target="../charts/chart43.xml"/><Relationship Id="rId10" Type="http://schemas.openxmlformats.org/officeDocument/2006/relationships/image" Target="../media/image9.svg"/><Relationship Id="rId4" Type="http://schemas.openxmlformats.org/officeDocument/2006/relationships/image" Target="../media/image1.svg"/><Relationship Id="rId9" Type="http://schemas.openxmlformats.org/officeDocument/2006/relationships/image" Target="../media/image8.svg"/><Relationship Id="rId14" Type="http://schemas.openxmlformats.org/officeDocument/2006/relationships/chart" Target="../charts/chart4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slide" Target="slide5.xml"/><Relationship Id="rId18" Type="http://schemas.openxmlformats.org/officeDocument/2006/relationships/image" Target="../media/image3.svg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chart" Target="../charts/chart45.xml"/><Relationship Id="rId16" Type="http://schemas.openxmlformats.org/officeDocument/2006/relationships/chart" Target="../charts/chart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47.xml"/><Relationship Id="rId10" Type="http://schemas.openxmlformats.org/officeDocument/2006/relationships/image" Target="../media/image10.svg"/><Relationship Id="rId19" Type="http://schemas.openxmlformats.org/officeDocument/2006/relationships/image" Target="../media/image18.pn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chart" Target="../charts/chart50.xml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chart" Target="../charts/chart49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52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5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chart" Target="../charts/chart54.xml"/><Relationship Id="rId3" Type="http://schemas.openxmlformats.org/officeDocument/2006/relationships/image" Target="../media/image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chart" Target="../charts/chart53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chart" Target="../charts/chart56.xm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chart" Target="../charts/char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F1BC1-B5A5-3797-0AFE-F8980AAC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F6E64E5E-BA1D-CA74-F035-9682F8FF2FF8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A374355D-F15F-F309-B8F7-68D52F55974E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13AD3773-CE6F-3F25-028F-1B7BAA9E546A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714F2E3C-FE06-4D3E-56F1-DE2CA635725B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51DE2023-7821-82C2-D663-BDE6E9DD2C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2910132"/>
              </p:ext>
            </p:extLst>
          </p:nvPr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3F38E2B6-7515-FBEE-1033-97FC684BC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725701D6-F0BF-F8A9-62C4-505A00CE2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075" y="8425543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B4E492E-57CC-43F9-B472-4BAD3B929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5960085" y="-1977241"/>
            <a:ext cx="4905375" cy="1781175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218F7129-540F-F801-75A0-7B39F0DCFA95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3FD55CC2-421B-583A-435C-9FA3E27C6CA9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5416014-A7F8-B09B-199F-686D41F227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ECB7A68C-443D-FFD5-1D86-E2D033ECFC24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7D3D00DB-4DB3-B9A8-DD42-45D7DE5AEE82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3C418A08-19CE-A632-BC66-676BE642EFA3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6BA29000-2308-77A9-CF75-0B243492FF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DD2F57D6-CA65-CE49-728A-6B2877B787EF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1C973BA9-40D4-A384-FCF3-B1E4A2B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65FA056F-DA69-42C9-322F-909F97FB43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04DC3C5-B5A8-25FF-F16A-969819A4F7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E8D13091-539E-EAF2-FB6C-5277C36EF5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B15E0109-434A-46A4-145F-8B5B0331A5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DC3FE409-C33A-4821-2734-D7F02C325200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1C3E3EDD-53AC-C789-D015-F79EB2D071DF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C4C42500-02EE-BF0A-1E66-AEA4FB436AE9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BF0FDAF6-5CE2-7051-1F7C-9366B5239396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EE5C49C5-3FA4-FCCC-C0FC-AAEB81927FDC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39BBA03-2670-DE81-671E-AC5DB2A9D7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A98A42A0-F82C-A60C-4E81-5AC3415F3003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CF927044-6511-0036-7927-D88B658A12F9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986EE615-CCDC-38E5-2A7E-761AB56665B6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BB64A555-4B7C-E630-7B96-80242D4E6E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E845E396-2F07-C4A9-2A7D-75E5B0DE21C0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1CD2922A-1421-5E43-7DB3-86900C452C88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1EF21C90-D6BE-F5A0-F0D7-BBB25F21B1F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19A22A5-D559-28AB-5530-673DB9BD79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A28FD15B-F93C-2B9E-72AE-7681689E5801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24B61B96-A7DE-F7A4-F9BF-A422E9D659F8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B9F9BAB0-3022-B62F-E2F4-1B3655A1C70A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3EF5FF1E-1BFF-CE9E-5B66-C961BE816C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D5E26744-FB5A-677D-DD16-2984F026BD39}"/>
              </a:ext>
            </a:extLst>
          </p:cNvPr>
          <p:cNvGrpSpPr/>
          <p:nvPr/>
        </p:nvGrpSpPr>
        <p:grpSpPr>
          <a:xfrm>
            <a:off x="-35622" y="665656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63221C5F-6438-CC00-9EEF-6976A9583D0D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C70995A0-50D5-79C2-D72D-868241DCEC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57" name="Rectangle: Rounded Corners 88">
            <a:extLst>
              <a:ext uri="{FF2B5EF4-FFF2-40B4-BE49-F238E27FC236}">
                <a16:creationId xmlns:a16="http://schemas.microsoft.com/office/drawing/2014/main" id="{E53EC87A-8DE7-9B48-5532-345375C359AB}"/>
              </a:ext>
            </a:extLst>
          </p:cNvPr>
          <p:cNvSpPr/>
          <p:nvPr/>
        </p:nvSpPr>
        <p:spPr>
          <a:xfrm>
            <a:off x="-4030294" y="3894942"/>
            <a:ext cx="2975584" cy="4530601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50800" dist="508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58" name="Groep 57">
            <a:extLst>
              <a:ext uri="{FF2B5EF4-FFF2-40B4-BE49-F238E27FC236}">
                <a16:creationId xmlns:a16="http://schemas.microsoft.com/office/drawing/2014/main" id="{BEB66398-E482-B9E9-8317-2F8750A7EB88}"/>
              </a:ext>
            </a:extLst>
          </p:cNvPr>
          <p:cNvGrpSpPr/>
          <p:nvPr/>
        </p:nvGrpSpPr>
        <p:grpSpPr>
          <a:xfrm>
            <a:off x="-3558719" y="4423427"/>
            <a:ext cx="2070269" cy="428625"/>
            <a:chOff x="7195651" y="3694007"/>
            <a:chExt cx="2070269" cy="428625"/>
          </a:xfrm>
        </p:grpSpPr>
        <p:sp>
          <p:nvSpPr>
            <p:cNvPr id="59" name="Rechthoek: afgeronde hoeken 58">
              <a:extLst>
                <a:ext uri="{FF2B5EF4-FFF2-40B4-BE49-F238E27FC236}">
                  <a16:creationId xmlns:a16="http://schemas.microsoft.com/office/drawing/2014/main" id="{E470E0F8-7446-9CC4-F3FF-C3B621CCF199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0" name="Tekstvak 59">
              <a:extLst>
                <a:ext uri="{FF2B5EF4-FFF2-40B4-BE49-F238E27FC236}">
                  <a16:creationId xmlns:a16="http://schemas.microsoft.com/office/drawing/2014/main" id="{7F73EFE1-A801-839A-F413-182B86E0B43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793E850F-0809-1EED-50DB-39989153A4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62" name="Groep 61">
            <a:extLst>
              <a:ext uri="{FF2B5EF4-FFF2-40B4-BE49-F238E27FC236}">
                <a16:creationId xmlns:a16="http://schemas.microsoft.com/office/drawing/2014/main" id="{A1F7A4F5-3057-6EFB-4682-3C50FC4D69D2}"/>
              </a:ext>
            </a:extLst>
          </p:cNvPr>
          <p:cNvGrpSpPr/>
          <p:nvPr/>
        </p:nvGrpSpPr>
        <p:grpSpPr>
          <a:xfrm>
            <a:off x="-3558719" y="6063926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63" name="Rechthoek: afgeronde hoeken 62">
              <a:extLst>
                <a:ext uri="{FF2B5EF4-FFF2-40B4-BE49-F238E27FC236}">
                  <a16:creationId xmlns:a16="http://schemas.microsoft.com/office/drawing/2014/main" id="{6C2B2410-E7C7-D49B-3D37-381F95EE0C75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4" name="Tekstvak 63">
              <a:extLst>
                <a:ext uri="{FF2B5EF4-FFF2-40B4-BE49-F238E27FC236}">
                  <a16:creationId xmlns:a16="http://schemas.microsoft.com/office/drawing/2014/main" id="{BEE25F58-50E0-657D-F869-092DF12BE6A7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A281C1F2-0A6F-CC68-28AF-952C024F50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66" name="Groep 65">
            <a:extLst>
              <a:ext uri="{FF2B5EF4-FFF2-40B4-BE49-F238E27FC236}">
                <a16:creationId xmlns:a16="http://schemas.microsoft.com/office/drawing/2014/main" id="{AEFE3652-4688-225A-705D-B8D064C403E8}"/>
              </a:ext>
            </a:extLst>
          </p:cNvPr>
          <p:cNvGrpSpPr/>
          <p:nvPr/>
        </p:nvGrpSpPr>
        <p:grpSpPr>
          <a:xfrm>
            <a:off x="-3558719" y="4964904"/>
            <a:ext cx="2070269" cy="428625"/>
            <a:chOff x="7195651" y="3694007"/>
            <a:chExt cx="2070269" cy="428625"/>
          </a:xfrm>
        </p:grpSpPr>
        <p:sp>
          <p:nvSpPr>
            <p:cNvPr id="67" name="Rechthoek: afgeronde hoeken 66">
              <a:extLst>
                <a:ext uri="{FF2B5EF4-FFF2-40B4-BE49-F238E27FC236}">
                  <a16:creationId xmlns:a16="http://schemas.microsoft.com/office/drawing/2014/main" id="{6B9ABB92-FC69-3782-95BA-CF629D2FEA42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8" name="Tekstvak 67">
              <a:extLst>
                <a:ext uri="{FF2B5EF4-FFF2-40B4-BE49-F238E27FC236}">
                  <a16:creationId xmlns:a16="http://schemas.microsoft.com/office/drawing/2014/main" id="{DF8D43E0-2A26-6375-381F-51408F72430C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AD0D6B0C-713D-1151-4838-24DF9FC60E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0" name="Groep 69">
            <a:extLst>
              <a:ext uri="{FF2B5EF4-FFF2-40B4-BE49-F238E27FC236}">
                <a16:creationId xmlns:a16="http://schemas.microsoft.com/office/drawing/2014/main" id="{E2D7D017-D527-7931-51FB-35CE40252CB7}"/>
              </a:ext>
            </a:extLst>
          </p:cNvPr>
          <p:cNvGrpSpPr/>
          <p:nvPr/>
        </p:nvGrpSpPr>
        <p:grpSpPr>
          <a:xfrm>
            <a:off x="-3558719" y="5511392"/>
            <a:ext cx="2070269" cy="428625"/>
            <a:chOff x="7195651" y="3694007"/>
            <a:chExt cx="2070269" cy="428625"/>
          </a:xfrm>
        </p:grpSpPr>
        <p:sp>
          <p:nvSpPr>
            <p:cNvPr id="71" name="Rechthoek: afgeronde hoeken 70">
              <a:extLst>
                <a:ext uri="{FF2B5EF4-FFF2-40B4-BE49-F238E27FC236}">
                  <a16:creationId xmlns:a16="http://schemas.microsoft.com/office/drawing/2014/main" id="{DE0C236D-FF63-6B91-B2AA-77C7268EB627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2" name="Tekstvak 71">
              <a:extLst>
                <a:ext uri="{FF2B5EF4-FFF2-40B4-BE49-F238E27FC236}">
                  <a16:creationId xmlns:a16="http://schemas.microsoft.com/office/drawing/2014/main" id="{0DB039BF-EBDC-0ECC-6978-23D11FA03122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4EC0A20F-4020-98C1-2B04-D11D6451C0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pic>
        <p:nvPicPr>
          <p:cNvPr id="74" name="Graphic 73">
            <a:extLst>
              <a:ext uri="{FF2B5EF4-FFF2-40B4-BE49-F238E27FC236}">
                <a16:creationId xmlns:a16="http://schemas.microsoft.com/office/drawing/2014/main" id="{C6DB3AF5-4D5F-5F3B-431F-5A0E710EE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367783" y="4012294"/>
            <a:ext cx="171450" cy="171450"/>
          </a:xfrm>
          <a:prstGeom prst="rect">
            <a:avLst/>
          </a:prstGeom>
        </p:spPr>
      </p:pic>
      <p:sp>
        <p:nvSpPr>
          <p:cNvPr id="75" name="Tekstvak 74">
            <a:hlinkClick r:id="rId17" action="ppaction://hlinksldjump"/>
            <a:extLst>
              <a:ext uri="{FF2B5EF4-FFF2-40B4-BE49-F238E27FC236}">
                <a16:creationId xmlns:a16="http://schemas.microsoft.com/office/drawing/2014/main" id="{878596A6-77E1-1EAF-EA2E-0A186A5F5C51}"/>
              </a:ext>
            </a:extLst>
          </p:cNvPr>
          <p:cNvSpPr txBox="1"/>
          <p:nvPr/>
        </p:nvSpPr>
        <p:spPr>
          <a:xfrm>
            <a:off x="-75172" y="68661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AE350CF5-00E9-5070-ED97-8E02097DDE74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A5C607DF-6AB7-AA7A-D73C-FDC713CC1026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2D7AA979-0AC3-32F9-A327-F96A2B775A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pic>
        <p:nvPicPr>
          <p:cNvPr id="82" name="Afbeelding 81" descr="Afbeelding met tekst, schermopname, software, Webpagina&#10;&#10;Door AI gegenereerde inhoud is mogelijk onjuist.">
            <a:extLst>
              <a:ext uri="{FF2B5EF4-FFF2-40B4-BE49-F238E27FC236}">
                <a16:creationId xmlns:a16="http://schemas.microsoft.com/office/drawing/2014/main" id="{1083FE54-1B40-C080-0024-5CCA40EB0AB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7279" y="6291184"/>
            <a:ext cx="12192000" cy="6844774"/>
          </a:xfrm>
          <a:prstGeom prst="rect">
            <a:avLst/>
          </a:prstGeom>
        </p:spPr>
      </p:pic>
      <p:sp>
        <p:nvSpPr>
          <p:cNvPr id="83" name="Ovaal 82">
            <a:extLst>
              <a:ext uri="{FF2B5EF4-FFF2-40B4-BE49-F238E27FC236}">
                <a16:creationId xmlns:a16="http://schemas.microsoft.com/office/drawing/2014/main" id="{6E7E2B24-EBB5-4339-2085-BD7029D8C2CD}"/>
              </a:ext>
            </a:extLst>
          </p:cNvPr>
          <p:cNvSpPr/>
          <p:nvPr/>
        </p:nvSpPr>
        <p:spPr>
          <a:xfrm>
            <a:off x="1196357" y="-2819400"/>
            <a:ext cx="686246" cy="706404"/>
          </a:xfrm>
          <a:prstGeom prst="ellipse">
            <a:avLst/>
          </a:prstGeom>
          <a:solidFill>
            <a:srgbClr val="91D4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2C0C45F8-E1CE-4CA2-E932-3C1BC8CA1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6367815"/>
              </p:ext>
            </p:extLst>
          </p:nvPr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114" name="Groep 113">
            <a:extLst>
              <a:ext uri="{FF2B5EF4-FFF2-40B4-BE49-F238E27FC236}">
                <a16:creationId xmlns:a16="http://schemas.microsoft.com/office/drawing/2014/main" id="{CFE7E3C7-AD51-761D-A178-6C16E8797386}"/>
              </a:ext>
            </a:extLst>
          </p:cNvPr>
          <p:cNvGrpSpPr/>
          <p:nvPr/>
        </p:nvGrpSpPr>
        <p:grpSpPr>
          <a:xfrm>
            <a:off x="13226626" y="2882326"/>
            <a:ext cx="2857670" cy="3075507"/>
            <a:chOff x="6096000" y="671487"/>
            <a:chExt cx="2857670" cy="3075507"/>
          </a:xfrm>
        </p:grpSpPr>
        <p:sp>
          <p:nvSpPr>
            <p:cNvPr id="15" name="Rectangle: Rounded Corners 86">
              <a:extLst>
                <a:ext uri="{FF2B5EF4-FFF2-40B4-BE49-F238E27FC236}">
                  <a16:creationId xmlns:a16="http://schemas.microsoft.com/office/drawing/2014/main" id="{D2905751-BC09-498B-E6B8-811BB22E9DAC}"/>
                </a:ext>
              </a:extLst>
            </p:cNvPr>
            <p:cNvSpPr/>
            <p:nvPr/>
          </p:nvSpPr>
          <p:spPr>
            <a:xfrm>
              <a:off x="6096000" y="671487"/>
              <a:ext cx="2857670" cy="3075507"/>
            </a:xfrm>
            <a:prstGeom prst="roundRect">
              <a:avLst>
                <a:gd name="adj" fmla="val 2824"/>
              </a:avLst>
            </a:prstGeom>
            <a:solidFill>
              <a:schemeClr val="bg1"/>
            </a:solidFill>
            <a:ln>
              <a:noFill/>
            </a:ln>
            <a:effectLst>
              <a:outerShdw blurRad="12700" dist="12700" dir="5400000" algn="ctr" rotWithShape="0">
                <a:schemeClr val="bg1">
                  <a:lumMod val="65000"/>
                  <a:alpha val="3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1200">
                <a:solidFill>
                  <a:srgbClr val="01143D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89" name="Afbeelding 88">
              <a:extLst>
                <a:ext uri="{FF2B5EF4-FFF2-40B4-BE49-F238E27FC236}">
                  <a16:creationId xmlns:a16="http://schemas.microsoft.com/office/drawing/2014/main" id="{657EBD51-5C0D-C794-5397-59C4674DD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551540" y="1385376"/>
              <a:ext cx="1991003" cy="1019317"/>
            </a:xfrm>
            <a:prstGeom prst="rect">
              <a:avLst/>
            </a:prstGeom>
          </p:spPr>
        </p:pic>
        <p:sp>
          <p:nvSpPr>
            <p:cNvPr id="90" name="Tekstvak 1">
              <a:extLst>
                <a:ext uri="{FF2B5EF4-FFF2-40B4-BE49-F238E27FC236}">
                  <a16:creationId xmlns:a16="http://schemas.microsoft.com/office/drawing/2014/main" id="{222F9BF9-85ED-3DDD-56CA-99A69F58DB44}"/>
                </a:ext>
              </a:extLst>
            </p:cNvPr>
            <p:cNvSpPr txBox="1"/>
            <p:nvPr/>
          </p:nvSpPr>
          <p:spPr>
            <a:xfrm>
              <a:off x="6260930" y="992653"/>
              <a:ext cx="690502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 kern="12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OEE</a:t>
              </a:r>
            </a:p>
          </p:txBody>
        </p:sp>
        <p:sp>
          <p:nvSpPr>
            <p:cNvPr id="91" name="Tekstvak 1">
              <a:extLst>
                <a:ext uri="{FF2B5EF4-FFF2-40B4-BE49-F238E27FC236}">
                  <a16:creationId xmlns:a16="http://schemas.microsoft.com/office/drawing/2014/main" id="{B2150627-DE99-5CDF-2165-FCF6AA90BE57}"/>
                </a:ext>
              </a:extLst>
            </p:cNvPr>
            <p:cNvSpPr txBox="1"/>
            <p:nvPr/>
          </p:nvSpPr>
          <p:spPr>
            <a:xfrm>
              <a:off x="7142653" y="2048185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20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41,7%</a:t>
              </a:r>
            </a:p>
          </p:txBody>
        </p:sp>
        <p:sp>
          <p:nvSpPr>
            <p:cNvPr id="92" name="Tekstvak 1">
              <a:extLst>
                <a:ext uri="{FF2B5EF4-FFF2-40B4-BE49-F238E27FC236}">
                  <a16:creationId xmlns:a16="http://schemas.microsoft.com/office/drawing/2014/main" id="{045205BE-38FB-F0DA-5DD6-2026CD289AAC}"/>
                </a:ext>
              </a:extLst>
            </p:cNvPr>
            <p:cNvSpPr txBox="1"/>
            <p:nvPr/>
          </p:nvSpPr>
          <p:spPr>
            <a:xfrm>
              <a:off x="6532334" y="3198842"/>
              <a:ext cx="690502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 kern="1200" err="1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Quality</a:t>
              </a:r>
              <a:endPara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Tekstvak 1">
              <a:extLst>
                <a:ext uri="{FF2B5EF4-FFF2-40B4-BE49-F238E27FC236}">
                  <a16:creationId xmlns:a16="http://schemas.microsoft.com/office/drawing/2014/main" id="{93F1FB97-700A-D0CC-3A77-7B8F2EDACE47}"/>
                </a:ext>
              </a:extLst>
            </p:cNvPr>
            <p:cNvSpPr txBox="1"/>
            <p:nvPr/>
          </p:nvSpPr>
          <p:spPr>
            <a:xfrm>
              <a:off x="6536627" y="2862179"/>
              <a:ext cx="1180617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Performance</a:t>
              </a:r>
              <a:endPara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" name="Tekstvak 1">
              <a:extLst>
                <a:ext uri="{FF2B5EF4-FFF2-40B4-BE49-F238E27FC236}">
                  <a16:creationId xmlns:a16="http://schemas.microsoft.com/office/drawing/2014/main" id="{DFB5F5D3-FEE2-01A2-B941-C37FE2A42D60}"/>
                </a:ext>
              </a:extLst>
            </p:cNvPr>
            <p:cNvSpPr txBox="1"/>
            <p:nvPr/>
          </p:nvSpPr>
          <p:spPr>
            <a:xfrm>
              <a:off x="6536490" y="2526866"/>
              <a:ext cx="988513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Availability</a:t>
              </a:r>
              <a:endPara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kstvak 1">
              <a:extLst>
                <a:ext uri="{FF2B5EF4-FFF2-40B4-BE49-F238E27FC236}">
                  <a16:creationId xmlns:a16="http://schemas.microsoft.com/office/drawing/2014/main" id="{9EC653A4-94F7-117C-346D-0C34808347EA}"/>
                </a:ext>
              </a:extLst>
            </p:cNvPr>
            <p:cNvSpPr txBox="1"/>
            <p:nvPr/>
          </p:nvSpPr>
          <p:spPr>
            <a:xfrm>
              <a:off x="7850594" y="2496339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38,1%</a:t>
              </a:r>
            </a:p>
          </p:txBody>
        </p:sp>
        <p:sp>
          <p:nvSpPr>
            <p:cNvPr id="96" name="Tekstvak 1">
              <a:extLst>
                <a:ext uri="{FF2B5EF4-FFF2-40B4-BE49-F238E27FC236}">
                  <a16:creationId xmlns:a16="http://schemas.microsoft.com/office/drawing/2014/main" id="{9AA58244-E2E6-D5D1-DB20-7D5534A0EC34}"/>
                </a:ext>
              </a:extLst>
            </p:cNvPr>
            <p:cNvSpPr txBox="1"/>
            <p:nvPr/>
          </p:nvSpPr>
          <p:spPr>
            <a:xfrm>
              <a:off x="7850594" y="2846259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109,4%</a:t>
              </a:r>
            </a:p>
          </p:txBody>
        </p:sp>
        <p:sp>
          <p:nvSpPr>
            <p:cNvPr id="97" name="Tekstvak 1">
              <a:extLst>
                <a:ext uri="{FF2B5EF4-FFF2-40B4-BE49-F238E27FC236}">
                  <a16:creationId xmlns:a16="http://schemas.microsoft.com/office/drawing/2014/main" id="{3AC8BBEC-B14A-BC42-9797-C8314A74BCF8}"/>
                </a:ext>
              </a:extLst>
            </p:cNvPr>
            <p:cNvSpPr txBox="1"/>
            <p:nvPr/>
          </p:nvSpPr>
          <p:spPr>
            <a:xfrm>
              <a:off x="7850594" y="3196179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100,0%</a:t>
              </a:r>
            </a:p>
          </p:txBody>
        </p:sp>
        <p:sp>
          <p:nvSpPr>
            <p:cNvPr id="98" name="Gelijkbenige driehoek 97">
              <a:extLst>
                <a:ext uri="{FF2B5EF4-FFF2-40B4-BE49-F238E27FC236}">
                  <a16:creationId xmlns:a16="http://schemas.microsoft.com/office/drawing/2014/main" id="{815C0ADC-0AF8-7464-C2C2-215A3A2106C1}"/>
                </a:ext>
              </a:extLst>
            </p:cNvPr>
            <p:cNvSpPr/>
            <p:nvPr/>
          </p:nvSpPr>
          <p:spPr>
            <a:xfrm>
              <a:off x="6706135" y="1036892"/>
              <a:ext cx="150047" cy="170139"/>
            </a:xfrm>
            <a:prstGeom prst="triangle">
              <a:avLst/>
            </a:prstGeom>
            <a:solidFill>
              <a:srgbClr val="00A7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9" name="Tekstvak 1">
              <a:extLst>
                <a:ext uri="{FF2B5EF4-FFF2-40B4-BE49-F238E27FC236}">
                  <a16:creationId xmlns:a16="http://schemas.microsoft.com/office/drawing/2014/main" id="{124D953E-E1B2-56C2-1667-61A1E1C0ED60}"/>
                </a:ext>
              </a:extLst>
            </p:cNvPr>
            <p:cNvSpPr txBox="1"/>
            <p:nvPr/>
          </p:nvSpPr>
          <p:spPr>
            <a:xfrm>
              <a:off x="6606181" y="1003402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+2%</a:t>
              </a:r>
            </a:p>
          </p:txBody>
        </p:sp>
      </p:grpSp>
      <p:sp>
        <p:nvSpPr>
          <p:cNvPr id="102" name="Ovaal 101">
            <a:extLst>
              <a:ext uri="{FF2B5EF4-FFF2-40B4-BE49-F238E27FC236}">
                <a16:creationId xmlns:a16="http://schemas.microsoft.com/office/drawing/2014/main" id="{863427ED-9159-03A8-0E6D-9C8418861CFE}"/>
              </a:ext>
            </a:extLst>
          </p:cNvPr>
          <p:cNvSpPr/>
          <p:nvPr/>
        </p:nvSpPr>
        <p:spPr>
          <a:xfrm>
            <a:off x="1196357" y="-1956843"/>
            <a:ext cx="686246" cy="706404"/>
          </a:xfrm>
          <a:prstGeom prst="ellipse">
            <a:avLst/>
          </a:prstGeom>
          <a:solidFill>
            <a:srgbClr val="00AD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3" name="Ovaal 102">
            <a:extLst>
              <a:ext uri="{FF2B5EF4-FFF2-40B4-BE49-F238E27FC236}">
                <a16:creationId xmlns:a16="http://schemas.microsoft.com/office/drawing/2014/main" id="{D21041E2-57F4-3880-0A85-2DB893C312B0}"/>
              </a:ext>
            </a:extLst>
          </p:cNvPr>
          <p:cNvSpPr/>
          <p:nvPr/>
        </p:nvSpPr>
        <p:spPr>
          <a:xfrm>
            <a:off x="1196357" y="-1118969"/>
            <a:ext cx="686246" cy="706404"/>
          </a:xfrm>
          <a:prstGeom prst="ellipse">
            <a:avLst/>
          </a:prstGeom>
          <a:solidFill>
            <a:srgbClr val="0080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37189E2B-5FB3-13BA-3F90-0EE00E9ACBDB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811DF4B9-A67B-52F5-9815-707DA24FD14A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8A40A705-CDB8-0E5D-F605-76D043BC8909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01CC0D55-F0A5-268B-BDF6-42A82AE8D6F9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5E96480F-F72A-5554-F42F-835C92C4ECBE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A89E3290-89AA-04B7-DFB3-A38F7131352F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D846C176-92DE-B930-970B-B25C6AD42A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90545"/>
              </p:ext>
            </p:extLst>
          </p:nvPr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29E0220B-A606-EF39-EEFB-1B0CCA4FC17D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Ovaal 112">
            <a:extLst>
              <a:ext uri="{FF2B5EF4-FFF2-40B4-BE49-F238E27FC236}">
                <a16:creationId xmlns:a16="http://schemas.microsoft.com/office/drawing/2014/main" id="{EFD1CF3A-AD70-041F-FB96-8ABF56259AA9}"/>
              </a:ext>
            </a:extLst>
          </p:cNvPr>
          <p:cNvSpPr/>
          <p:nvPr/>
        </p:nvSpPr>
        <p:spPr>
          <a:xfrm>
            <a:off x="2385445" y="-1045057"/>
            <a:ext cx="686246" cy="706404"/>
          </a:xfrm>
          <a:prstGeom prst="ellips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BE24103E-F123-5394-A314-F41E6F6261C8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E674AE25-A407-5729-F18A-39A9C5706C01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964278C2-A165-B0CF-6D8F-0627ADC41921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034BC342-A638-7DC5-D2E8-65DBB2B43B98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6526F6C9-0E50-B441-02DD-74612BBD8FF5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B0F0F1EE-49B2-7A37-493F-D68CB812187D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CB5D20BC-65A0-96C4-1D0D-80BE9EE765CB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1F2E8C8F-D0E7-B4B4-8B9F-C56798B834A3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D21FA163-D44A-32B9-CCA9-F567AA9BBA53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68D22B46-4AB8-BEF3-039F-9C1F303CD541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287F7618-07D1-C969-8E60-535FEE1019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8481512"/>
              </p:ext>
            </p:extLst>
          </p:nvPr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C3F07C9E-C610-DAA6-2510-98D7B99A71E1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18A17501-0C6B-04ED-9DCA-076A7CBEB1C6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12267343-F64E-E40F-746A-73D7842FFFC1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ED3E37BE-1596-77E3-4EE2-E5465B77BAD7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455CA369-8A54-BFFE-B3BA-E76AC900F1AD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E65895EA-1216-8DC8-4F70-3CB4097C9096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C7A4EB43-8380-A620-4C43-D020476BE25F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39234427-9BB3-7C77-05AF-86C006EB7723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FDD3A093-38D8-C2AB-BD6A-A9879C10C91C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44576EE2-9D1B-0AEB-7D27-D6E347454075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DEC86831-E184-1B01-3448-32BC659D8138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8C003D44-A879-B08B-CB21-3F493544E832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2C127429-8380-F2DC-7B52-566B4F471B0A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BE47D6C8-5330-C4CE-0BB8-2D0EF7E3BAA8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F7CB557C-DCD7-0F84-0750-AA7637E32633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</p:spTree>
    <p:extLst>
      <p:ext uri="{BB962C8B-B14F-4D97-AF65-F5344CB8AC3E}">
        <p14:creationId xmlns:p14="http://schemas.microsoft.com/office/powerpoint/2010/main" val="153612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AA53-0AA8-14D8-2D68-FE186F5B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4C414D1F-2E3A-408A-54F7-D84138C091BF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7CBD818B-4466-A089-5312-8916EFF015BC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2510EEA6-C712-2848-F1DE-735B8F51BB02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9E9A8724-B047-9E4D-0A4A-744E8B20F2B1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E9DD53BC-C355-33CD-C052-52C1BA8F9C8E}"/>
              </a:ext>
            </a:extLst>
          </p:cNvPr>
          <p:cNvGraphicFramePr>
            <a:graphicFrameLocks/>
          </p:cNvGraphicFramePr>
          <p:nvPr/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87D6C37C-FC60-7486-B58E-737B4B219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0D317277-A205-A486-5F19-2CC3425F148F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5DC92FE3-67B4-DB83-3FFE-472CCAAFEED6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F2EC034-5B99-6F3F-17F9-2CC96AC56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6C0078FE-A546-0AC8-C811-66E723E36469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55A9973F-DA0F-230C-383B-FCA361FDE5AC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100234B0-58CC-93BC-6294-C3650DD9CBF4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916B46C8-48D1-5EFE-5E39-BFAB8F42A1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BA61D8B8-9CDA-F547-A9E4-797341EF5D99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EAAA351F-C700-4A37-9411-09E013963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4F5F8AD6-4E39-0D1F-FE95-DA7DD037C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1BD14A94-5CBB-59D9-5AA4-2FDB31DD96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0ACF7553-5690-8BCB-0BE4-8FA777471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CB63CD1B-5A26-EB87-2E31-B2125B87F1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AE8ECA8A-FD5E-F446-1A58-EC00D177FC55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A523CE50-32C3-3686-67CC-CF02C22996C9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BCEBC998-0DF3-BB9F-35E6-EB6D2FE03C56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2F73CB8E-901E-04B3-46D2-FCB77CA0B6BD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8A057A0C-2036-79EE-DBA5-9E370B5696AF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5E6D6BA-DE8B-8833-CDAB-0EC5AC63FB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DF1CC9B5-88FD-6B07-B7F5-1308549451D0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78C4DF91-B14F-520D-9CCC-0C936E041A33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3CB13B5-CCA7-3C69-6A89-2ABF73576011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E45DF721-A435-3723-5822-163F398F20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81521321-797E-E715-5217-487045ED63D4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DD2DCF7C-D0BF-8654-2ABB-051A6EFE0B6B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BCC633BB-806D-BA0F-430C-2A2F2FA385D6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C40BE621-9B99-0106-CAE2-9BBFA114C9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8CEE08FF-9406-F89B-63F4-9D53DB8369D2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626D4EC5-D43A-C1A1-9702-910368C8FA30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6A09B171-5A0F-F18C-ADFF-3401CCDE9194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F67EFAF6-46BB-04CD-32F4-09BCFBFEF1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6048C45A-DD00-76C3-52EC-B72CD2D3A390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04FBCF62-7E2B-41D0-0A11-7C3A7CACC118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1D221667-7445-3ECC-1F3D-E19200F9CD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848092F5-90F9-BD31-27A9-2A25EEEECCCE}"/>
              </a:ext>
            </a:extLst>
          </p:cNvPr>
          <p:cNvGraphicFramePr>
            <a:graphicFrameLocks/>
          </p:cNvGraphicFramePr>
          <p:nvPr/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077B9883-09BC-9489-3403-327A2F948D82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234ED4F5-DDE0-98CA-01BE-35FCA07868E4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70738577-5B5D-3745-B07F-03724719C528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8B25173B-04E6-5D13-0542-4BC4D122A71B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42F8F344-699F-89F7-5FD7-65B9A68537B8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749F6498-55B6-E375-4B88-A567E0F501F1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C28100F2-6A71-1F34-2D16-10688E9D82B4}"/>
              </a:ext>
            </a:extLst>
          </p:cNvPr>
          <p:cNvGraphicFramePr>
            <a:graphicFrameLocks/>
          </p:cNvGraphicFramePr>
          <p:nvPr/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2E2EDDF0-A7A1-D795-E8C9-8A0ED75AB4E6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C6E3219D-4397-D6DE-AC2C-3264E18F34B3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3BC92735-4302-6A4C-B81B-6733B9DCED61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C908152E-51CB-DCA7-3ABA-A62A3234457D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C685AE06-C286-A619-6AF4-0F91F935C40A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CE0ACD7C-8E66-D6F7-B342-44B8F5054EC2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14805CF3-4A6B-2181-AEB0-9E3CF0D9C93A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73658195-3C07-423F-1C70-B87483C406C0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72B40342-055B-49D6-38D1-71ED0C119E94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DBB3D75C-D998-F42C-C80A-E813A665C14F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39D8B9B2-5115-9581-38E2-EECE39AA56CC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846C7CA2-456D-B26B-653C-A2EEC42B3E50}"/>
              </a:ext>
            </a:extLst>
          </p:cNvPr>
          <p:cNvGraphicFramePr>
            <a:graphicFrameLocks/>
          </p:cNvGraphicFramePr>
          <p:nvPr/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0A4E1E76-3AE4-56F6-7267-2A687A1B0897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ECC0253A-9D52-E06C-0B52-AF31EBA095BE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A85B5098-3C01-C9A8-D226-43F33E4A5647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7E937EE4-55E2-18B5-A327-6DF66ED08A5F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1E01A220-D447-6163-3116-975DDF7B118D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A15644C9-D93D-5B2B-DE56-7F1A1B978832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C3FED483-7040-A890-28AE-ED298438D2AD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7B829B50-8522-D0CA-C36A-77291836A24E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74B24293-C586-EE04-2D99-B02461B7262F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C52BBF60-B2BC-1F3D-6DCA-A8B0BC5FF79C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7AC0D3CC-96C8-0E5B-F10E-25CBE7C996DA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E04286D2-3821-546E-802B-316AC81AA2CF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3511A34F-8B05-9663-B449-C93A0A514E87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B43C8D47-4FA6-7D54-85A6-4E3455CD4668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3E859D21-8B0E-AF70-1483-EB2C8C1404C8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33D5034D-2325-B7F7-18C9-A487538AC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9583" y="615607"/>
            <a:ext cx="171450" cy="171450"/>
          </a:xfrm>
          <a:prstGeom prst="rect">
            <a:avLst/>
          </a:prstGeom>
        </p:spPr>
      </p:pic>
      <p:sp>
        <p:nvSpPr>
          <p:cNvPr id="57" name="Rechthoek: afgeronde hoeken 56">
            <a:extLst>
              <a:ext uri="{FF2B5EF4-FFF2-40B4-BE49-F238E27FC236}">
                <a16:creationId xmlns:a16="http://schemas.microsoft.com/office/drawing/2014/main" id="{590F684B-CAE5-56BA-31BA-1EC1FA73D0B1}"/>
              </a:ext>
            </a:extLst>
          </p:cNvPr>
          <p:cNvSpPr/>
          <p:nvPr/>
        </p:nvSpPr>
        <p:spPr>
          <a:xfrm>
            <a:off x="880764" y="-1315160"/>
            <a:ext cx="2070269" cy="428625"/>
          </a:xfrm>
          <a:prstGeom prst="roundRect">
            <a:avLst/>
          </a:prstGeom>
          <a:solidFill>
            <a:srgbClr val="0C3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77620E47-247A-8A2C-CBE6-D09B0C242FF3}"/>
              </a:ext>
            </a:extLst>
          </p:cNvPr>
          <p:cNvSpPr txBox="1"/>
          <p:nvPr/>
        </p:nvSpPr>
        <p:spPr>
          <a:xfrm>
            <a:off x="956964" y="-1218821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B23BC0A0-8987-E74F-7C4C-9A3C115D9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92184" y="-1150378"/>
            <a:ext cx="95250" cy="95250"/>
          </a:xfrm>
          <a:prstGeom prst="rect">
            <a:avLst/>
          </a:prstGeom>
        </p:spPr>
      </p:pic>
      <p:grpSp>
        <p:nvGrpSpPr>
          <p:cNvPr id="80" name="Groep 79">
            <a:extLst>
              <a:ext uri="{FF2B5EF4-FFF2-40B4-BE49-F238E27FC236}">
                <a16:creationId xmlns:a16="http://schemas.microsoft.com/office/drawing/2014/main" id="{FBB9F53A-1CAE-DF7E-CC5A-C7287840EB6F}"/>
              </a:ext>
            </a:extLst>
          </p:cNvPr>
          <p:cNvGrpSpPr/>
          <p:nvPr/>
        </p:nvGrpSpPr>
        <p:grpSpPr>
          <a:xfrm>
            <a:off x="0" y="521990"/>
            <a:ext cx="3082835" cy="6418185"/>
            <a:chOff x="0" y="521990"/>
            <a:chExt cx="3082835" cy="6418185"/>
          </a:xfrm>
        </p:grpSpPr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E8E9277-457B-B385-CA22-ECC772DD98D9}"/>
                </a:ext>
              </a:extLst>
            </p:cNvPr>
            <p:cNvSpPr/>
            <p:nvPr/>
          </p:nvSpPr>
          <p:spPr>
            <a:xfrm>
              <a:off x="0" y="521990"/>
              <a:ext cx="3082835" cy="6418185"/>
            </a:xfrm>
            <a:prstGeom prst="rect">
              <a:avLst/>
            </a:prstGeom>
            <a:solidFill>
              <a:srgbClr val="0017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C712EC7C-EDAF-0B32-0E36-448C7866B2D4}"/>
                </a:ext>
              </a:extLst>
            </p:cNvPr>
            <p:cNvGrpSpPr/>
            <p:nvPr/>
          </p:nvGrpSpPr>
          <p:grpSpPr>
            <a:xfrm>
              <a:off x="491016" y="1073337"/>
              <a:ext cx="1999238" cy="276999"/>
              <a:chOff x="491016" y="1790887"/>
              <a:chExt cx="1999238" cy="276999"/>
            </a:xfrm>
          </p:grpSpPr>
          <p:sp>
            <p:nvSpPr>
              <p:cNvPr id="54" name="Tekstvak 53">
                <a:extLst>
                  <a:ext uri="{FF2B5EF4-FFF2-40B4-BE49-F238E27FC236}">
                    <a16:creationId xmlns:a16="http://schemas.microsoft.com/office/drawing/2014/main" id="{894B1CB2-1100-C9CB-3CC5-33821AE117CB}"/>
                  </a:ext>
                </a:extLst>
              </p:cNvPr>
              <p:cNvSpPr txBox="1"/>
              <p:nvPr/>
            </p:nvSpPr>
            <p:spPr>
              <a:xfrm>
                <a:off x="491016" y="1790887"/>
                <a:ext cx="7168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 b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2ABFD9B7-F888-EB3D-41A0-581B9E5D40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395004" y="1867142"/>
                <a:ext cx="95250" cy="95250"/>
              </a:xfrm>
              <a:prstGeom prst="rect">
                <a:avLst/>
              </a:prstGeom>
            </p:spPr>
          </p:pic>
        </p:grpSp>
        <p:grpSp>
          <p:nvGrpSpPr>
            <p:cNvPr id="62" name="Groep 61">
              <a:extLst>
                <a:ext uri="{FF2B5EF4-FFF2-40B4-BE49-F238E27FC236}">
                  <a16:creationId xmlns:a16="http://schemas.microsoft.com/office/drawing/2014/main" id="{25A4504D-C325-7657-F017-03D9E5E733EC}"/>
                </a:ext>
              </a:extLst>
            </p:cNvPr>
            <p:cNvGrpSpPr/>
            <p:nvPr/>
          </p:nvGrpSpPr>
          <p:grpSpPr>
            <a:xfrm>
              <a:off x="492280" y="1467085"/>
              <a:ext cx="2003207" cy="276999"/>
              <a:chOff x="487047" y="1790887"/>
              <a:chExt cx="2003207" cy="276999"/>
            </a:xfrm>
          </p:grpSpPr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3109F49A-80E7-6F51-9A71-18A07AA8F57F}"/>
                  </a:ext>
                </a:extLst>
              </p:cNvPr>
              <p:cNvSpPr txBox="1"/>
              <p:nvPr/>
            </p:nvSpPr>
            <p:spPr>
              <a:xfrm>
                <a:off x="487047" y="1790887"/>
                <a:ext cx="6848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64" name="Graphic 63">
                <a:extLst>
                  <a:ext uri="{FF2B5EF4-FFF2-40B4-BE49-F238E27FC236}">
                    <a16:creationId xmlns:a16="http://schemas.microsoft.com/office/drawing/2014/main" id="{FAB00AE3-1981-36CF-952D-06CC35872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395004" y="1867142"/>
                <a:ext cx="95250" cy="95250"/>
              </a:xfrm>
              <a:prstGeom prst="rect">
                <a:avLst/>
              </a:prstGeom>
            </p:spPr>
          </p:pic>
        </p:grpSp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23CA1730-0E35-CC62-66B5-5B29E69B3E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760533" y="664173"/>
              <a:ext cx="114300" cy="114300"/>
            </a:xfrm>
            <a:prstGeom prst="rect">
              <a:avLst/>
            </a:prstGeom>
          </p:spPr>
        </p:pic>
      </p:grpSp>
      <p:pic>
        <p:nvPicPr>
          <p:cNvPr id="76" name="Afbeelding 75">
            <a:extLst>
              <a:ext uri="{FF2B5EF4-FFF2-40B4-BE49-F238E27FC236}">
                <a16:creationId xmlns:a16="http://schemas.microsoft.com/office/drawing/2014/main" id="{D436BE67-7BF7-A508-D695-270FA7D6097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09851" y="-1200884"/>
            <a:ext cx="1638529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5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FFB4-DE74-88E2-2006-41A7D041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8B3133DC-15D3-4260-55E4-D8B98E50D28D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809F1E1A-F3C0-6A1F-42FC-A986D7397175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BDA67CED-F80C-B178-C6C0-AA1E32EB6D01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396549E8-04D7-485F-0D36-D9874A3E7CC7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3BA68062-8F19-1223-B43D-1F37EB887B7A}"/>
              </a:ext>
            </a:extLst>
          </p:cNvPr>
          <p:cNvGraphicFramePr>
            <a:graphicFrameLocks/>
          </p:cNvGraphicFramePr>
          <p:nvPr/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7B0FB88C-69A8-3C79-958F-A42FBD6F45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617FF2B9-8D8A-1E56-F438-763AE8824F71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F1D9292-DB66-EF23-A4FC-EEB33BA7B312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EFE04A2-A26D-9E5E-57C7-BA2A0721A0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6660E423-FD4F-010F-0BC6-C21AF5D4BA0E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F5C203D9-661D-7B1B-4D56-88CF07A93FB4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83153C05-E74C-1982-5727-62FA5598B5AB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5A7C5FB9-97CB-57E0-9B51-037781199F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6A529762-2322-ED73-295D-B2B154572099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878A7948-3317-8782-5E8C-A5F30998E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122A523C-0676-69D0-19F0-C48FC1FD13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997E3066-5F49-4C8F-374A-2BB1135FFA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18D4127B-AB90-0066-DCE2-7627745580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01F7E606-DBFC-4AF4-BCEE-17F74ED85C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18FF972E-1212-F0EE-21AB-BE1B67AC73D8}"/>
                </a:ext>
              </a:extLst>
            </p:cNvPr>
            <p:cNvSpPr txBox="1"/>
            <p:nvPr/>
          </p:nvSpPr>
          <p:spPr>
            <a:xfrm>
              <a:off x="595811" y="-1090955"/>
              <a:ext cx="212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5E00AE88-8188-3400-5963-8462E3A96013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6473A1CC-CAFE-0291-6EBE-85020C96F450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C513638F-741E-F181-DF81-68D4C6D9B981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D6198016-8DCE-EA16-D503-85418B310789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3AA5057-418C-7121-6B0F-A4AF9AD05B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7D40314B-91F4-34EB-1815-54C2BDC337E9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1F2D62D2-F932-43C6-72D5-DEA312D2DA7C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28DB4EB2-4B88-2B68-17A9-438E57E1376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5A5CDBE8-9E1B-DF10-0A88-730D45C326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5C77BAD3-709E-D97A-18B1-E6D2A7629FC3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21DBED85-36AD-EE0F-3491-F749213FAA46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620EA0C0-90AC-CC17-50EA-8537CCD2434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9E7DB3D6-2B98-D1F5-37A1-7CB37CE3BF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30FE6926-4CB9-F2B9-A627-03AD352F6FE1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654B037D-84C0-F35E-69DB-341A6A4900C1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A3494EB7-6CEB-59A2-F401-6655447C0AB9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BD984D1C-76FA-E560-C962-6C930033E5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A06B786F-6D0B-7932-7D29-63E5D30B284B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0D95DCC7-698F-42CB-877A-5E943D8ED541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911040AF-70C8-D472-984D-385E421E0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4A86F311-D505-8C87-1274-E9C24D4ABC71}"/>
              </a:ext>
            </a:extLst>
          </p:cNvPr>
          <p:cNvGraphicFramePr>
            <a:graphicFrameLocks/>
          </p:cNvGraphicFramePr>
          <p:nvPr/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75868D35-8C93-9776-0AD2-AAB80D039E11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CFF46F3C-2A91-4BA1-F96E-D233A7E6EB65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D47F0837-E157-B497-83E0-D18EAE37D15D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2EC690A6-9F32-23F3-5ED5-2AD3FD2E3AA6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4B1B2653-A33A-5198-6F3D-47FD639C4B65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4D551910-49C1-2503-0E37-7008DC6E4A50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B761BBD4-C817-E5C8-B446-0682C3EE5CF2}"/>
              </a:ext>
            </a:extLst>
          </p:cNvPr>
          <p:cNvGraphicFramePr>
            <a:graphicFrameLocks/>
          </p:cNvGraphicFramePr>
          <p:nvPr/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AAA90A89-E105-CB66-CA65-AB4F9788D47B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009D2B0C-BCFF-9950-C456-064FA0271218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F3EA9364-397B-CE74-1FEB-4808BEB3A17D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F8D9E0DF-3BBB-FC2F-3A46-783DB499D3DA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2A9EBB68-B86B-B8F5-5BE9-85B9E19491B5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4B027AE5-219F-9C53-791A-BD1F7BE61744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CB4F6C0A-280D-DE04-ED04-297AD18224A8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01EC9155-412B-2E0A-CC94-5FA3F6CBBFF6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7A401028-33A5-65DB-BD95-BCFC162FA78A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8FC5199C-11A1-A8E4-9BEB-E71012D16103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B47947DC-3BB7-37AA-A096-289B57251518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6FF008AB-734E-F4A2-4305-7EF7A433B93E}"/>
              </a:ext>
            </a:extLst>
          </p:cNvPr>
          <p:cNvGraphicFramePr>
            <a:graphicFrameLocks/>
          </p:cNvGraphicFramePr>
          <p:nvPr/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AF59FB4D-F019-B0C1-0909-059A217C66B5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CA5BC994-74BF-AFF0-57F1-CEFAFA1A5984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D212C4A3-FBA8-1B23-DEE5-6526DEF58D92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364179A4-83BF-2EA6-5CDF-8FE236CFB5B9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A3D4ED12-C98B-57AD-0B9A-2FD5F6B7B431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21E95938-2077-57CF-3BD8-1882D6D21B7F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21A113A5-A4FA-642B-DB91-8F70E7715DA3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4DF525F2-CE04-974E-8865-6F3BEFC21FE0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8786A474-4BCF-8C2B-6ABD-32D8F3713A04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06AE0FF1-F71D-9F33-ECA3-1E407860FF62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F28882FE-8D71-916B-D454-412B506581FF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9F885735-FAD1-2031-F53D-68D3E343B5F9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433ADDFD-D0AA-3C9A-6CFE-E4BF48AF194B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107FDE89-EEF2-9192-A271-F5E69CC2BBE9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8188DD61-5A23-08D4-AA67-1BDBAEF3F083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7879D70-E4A7-1976-306F-8A0E7440C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9583" y="615607"/>
            <a:ext cx="171450" cy="171450"/>
          </a:xfrm>
          <a:prstGeom prst="rect">
            <a:avLst/>
          </a:prstGeom>
        </p:spPr>
      </p:pic>
      <p:sp>
        <p:nvSpPr>
          <p:cNvPr id="15" name="Rechthoek 14">
            <a:extLst>
              <a:ext uri="{FF2B5EF4-FFF2-40B4-BE49-F238E27FC236}">
                <a16:creationId xmlns:a16="http://schemas.microsoft.com/office/drawing/2014/main" id="{59F3CE61-4ECF-CD0F-31C6-994FE18B9031}"/>
              </a:ext>
            </a:extLst>
          </p:cNvPr>
          <p:cNvSpPr/>
          <p:nvPr/>
        </p:nvSpPr>
        <p:spPr>
          <a:xfrm>
            <a:off x="0" y="521990"/>
            <a:ext cx="3082835" cy="6418185"/>
          </a:xfrm>
          <a:prstGeom prst="rect">
            <a:avLst/>
          </a:prstGeom>
          <a:solidFill>
            <a:srgbClr val="00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459EC392-BB9D-F3A6-CF7E-02DC9DF7CB1E}"/>
              </a:ext>
            </a:extLst>
          </p:cNvPr>
          <p:cNvSpPr txBox="1"/>
          <p:nvPr/>
        </p:nvSpPr>
        <p:spPr>
          <a:xfrm>
            <a:off x="956964" y="-1218821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9904F608-E6AE-6C78-ECE2-8CA3DBE96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92184" y="-1150378"/>
            <a:ext cx="95250" cy="95250"/>
          </a:xfrm>
          <a:prstGeom prst="rect">
            <a:avLst/>
          </a:prstGeom>
        </p:spPr>
      </p:pic>
      <p:grpSp>
        <p:nvGrpSpPr>
          <p:cNvPr id="61" name="Groep 60">
            <a:extLst>
              <a:ext uri="{FF2B5EF4-FFF2-40B4-BE49-F238E27FC236}">
                <a16:creationId xmlns:a16="http://schemas.microsoft.com/office/drawing/2014/main" id="{D3E66002-8FF9-5986-CF38-354C1C95FF4B}"/>
              </a:ext>
            </a:extLst>
          </p:cNvPr>
          <p:cNvGrpSpPr/>
          <p:nvPr/>
        </p:nvGrpSpPr>
        <p:grpSpPr>
          <a:xfrm>
            <a:off x="491016" y="1073337"/>
            <a:ext cx="1999238" cy="276999"/>
            <a:chOff x="491016" y="1790887"/>
            <a:chExt cx="1999238" cy="276999"/>
          </a:xfrm>
        </p:grpSpPr>
        <p:sp>
          <p:nvSpPr>
            <p:cNvPr id="54" name="Tekstvak 53">
              <a:extLst>
                <a:ext uri="{FF2B5EF4-FFF2-40B4-BE49-F238E27FC236}">
                  <a16:creationId xmlns:a16="http://schemas.microsoft.com/office/drawing/2014/main" id="{7EC67FEC-3346-B70D-A863-9ECAF2AC3B5C}"/>
                </a:ext>
              </a:extLst>
            </p:cNvPr>
            <p:cNvSpPr txBox="1"/>
            <p:nvPr/>
          </p:nvSpPr>
          <p:spPr>
            <a:xfrm>
              <a:off x="491016" y="1790887"/>
              <a:ext cx="716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200" b="1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219E534B-FF29-2C1D-A2C2-A8AF6E8803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  <p:sp>
        <p:nvSpPr>
          <p:cNvPr id="6" name="Rechthoek 5">
            <a:extLst>
              <a:ext uri="{FF2B5EF4-FFF2-40B4-BE49-F238E27FC236}">
                <a16:creationId xmlns:a16="http://schemas.microsoft.com/office/drawing/2014/main" id="{0A7EBFC5-0EBC-1BD2-6B58-721B68CA8B4E}"/>
              </a:ext>
            </a:extLst>
          </p:cNvPr>
          <p:cNvSpPr/>
          <p:nvPr/>
        </p:nvSpPr>
        <p:spPr>
          <a:xfrm>
            <a:off x="3066926" y="525399"/>
            <a:ext cx="3082835" cy="6418185"/>
          </a:xfrm>
          <a:prstGeom prst="rect">
            <a:avLst/>
          </a:prstGeom>
          <a:solidFill>
            <a:srgbClr val="00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pSp>
        <p:nvGrpSpPr>
          <p:cNvPr id="62" name="Groep 61">
            <a:extLst>
              <a:ext uri="{FF2B5EF4-FFF2-40B4-BE49-F238E27FC236}">
                <a16:creationId xmlns:a16="http://schemas.microsoft.com/office/drawing/2014/main" id="{BDA7DD4B-3DBC-BDEB-CBFE-89EDA1C60F16}"/>
              </a:ext>
            </a:extLst>
          </p:cNvPr>
          <p:cNvGrpSpPr/>
          <p:nvPr/>
        </p:nvGrpSpPr>
        <p:grpSpPr>
          <a:xfrm>
            <a:off x="492280" y="1467085"/>
            <a:ext cx="2003207" cy="276999"/>
            <a:chOff x="487047" y="1790887"/>
            <a:chExt cx="2003207" cy="276999"/>
          </a:xfrm>
        </p:grpSpPr>
        <p:sp>
          <p:nvSpPr>
            <p:cNvPr id="63" name="Tekstvak 62">
              <a:extLst>
                <a:ext uri="{FF2B5EF4-FFF2-40B4-BE49-F238E27FC236}">
                  <a16:creationId xmlns:a16="http://schemas.microsoft.com/office/drawing/2014/main" id="{46DA29DB-CA79-D3BF-8D76-02A1CC56B791}"/>
                </a:ext>
              </a:extLst>
            </p:cNvPr>
            <p:cNvSpPr txBox="1"/>
            <p:nvPr/>
          </p:nvSpPr>
          <p:spPr>
            <a:xfrm>
              <a:off x="487047" y="1790887"/>
              <a:ext cx="68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A619258B-4878-095F-16B1-C6AB5749C8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  <p:sp>
        <p:nvSpPr>
          <p:cNvPr id="53" name="Tekstvak 52">
            <a:extLst>
              <a:ext uri="{FF2B5EF4-FFF2-40B4-BE49-F238E27FC236}">
                <a16:creationId xmlns:a16="http://schemas.microsoft.com/office/drawing/2014/main" id="{18AFD6F3-F7C1-1A56-CD4A-AC57609E250A}"/>
              </a:ext>
            </a:extLst>
          </p:cNvPr>
          <p:cNvSpPr txBox="1"/>
          <p:nvPr/>
        </p:nvSpPr>
        <p:spPr>
          <a:xfrm>
            <a:off x="3568716" y="1483725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0FD1FB38-6B9C-3E2B-338E-48FDA0562F44}"/>
              </a:ext>
            </a:extLst>
          </p:cNvPr>
          <p:cNvCxnSpPr>
            <a:cxnSpLocks/>
          </p:cNvCxnSpPr>
          <p:nvPr/>
        </p:nvCxnSpPr>
        <p:spPr>
          <a:xfrm>
            <a:off x="3695700" y="1897412"/>
            <a:ext cx="0" cy="1137472"/>
          </a:xfrm>
          <a:prstGeom prst="line">
            <a:avLst/>
          </a:prstGeom>
          <a:ln w="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kstvak 68">
            <a:extLst>
              <a:ext uri="{FF2B5EF4-FFF2-40B4-BE49-F238E27FC236}">
                <a16:creationId xmlns:a16="http://schemas.microsoft.com/office/drawing/2014/main" id="{BCCACF3C-705E-4F7A-6FFD-19C83BA66A00}"/>
              </a:ext>
            </a:extLst>
          </p:cNvPr>
          <p:cNvSpPr txBox="1"/>
          <p:nvPr/>
        </p:nvSpPr>
        <p:spPr>
          <a:xfrm>
            <a:off x="3874123" y="1902260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sp>
        <p:nvSpPr>
          <p:cNvPr id="70" name="Tekstvak 69">
            <a:extLst>
              <a:ext uri="{FF2B5EF4-FFF2-40B4-BE49-F238E27FC236}">
                <a16:creationId xmlns:a16="http://schemas.microsoft.com/office/drawing/2014/main" id="{F4B02C87-B3A9-2DC7-9BC4-0889C28EA92C}"/>
              </a:ext>
            </a:extLst>
          </p:cNvPr>
          <p:cNvSpPr txBox="1"/>
          <p:nvPr/>
        </p:nvSpPr>
        <p:spPr>
          <a:xfrm>
            <a:off x="3874123" y="2334168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sp>
        <p:nvSpPr>
          <p:cNvPr id="71" name="Tekstvak 70">
            <a:extLst>
              <a:ext uri="{FF2B5EF4-FFF2-40B4-BE49-F238E27FC236}">
                <a16:creationId xmlns:a16="http://schemas.microsoft.com/office/drawing/2014/main" id="{8CB82475-B317-24E1-38E3-97D14FEE31E6}"/>
              </a:ext>
            </a:extLst>
          </p:cNvPr>
          <p:cNvSpPr txBox="1"/>
          <p:nvPr/>
        </p:nvSpPr>
        <p:spPr>
          <a:xfrm>
            <a:off x="3874123" y="2791432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sp>
        <p:nvSpPr>
          <p:cNvPr id="72" name="Tekstvak 71">
            <a:extLst>
              <a:ext uri="{FF2B5EF4-FFF2-40B4-BE49-F238E27FC236}">
                <a16:creationId xmlns:a16="http://schemas.microsoft.com/office/drawing/2014/main" id="{6957AA02-E76E-D908-EC23-0CD29DF1FBED}"/>
              </a:ext>
            </a:extLst>
          </p:cNvPr>
          <p:cNvSpPr txBox="1"/>
          <p:nvPr/>
        </p:nvSpPr>
        <p:spPr>
          <a:xfrm>
            <a:off x="3579568" y="3207102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F7B0A5C-EBFC-97BC-9977-1E3F88C1F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65683" y="645123"/>
            <a:ext cx="114300" cy="114300"/>
          </a:xfrm>
          <a:prstGeom prst="rect">
            <a:avLst/>
          </a:prstGeom>
        </p:spPr>
      </p:pic>
      <p:grpSp>
        <p:nvGrpSpPr>
          <p:cNvPr id="26" name="Groep 25">
            <a:extLst>
              <a:ext uri="{FF2B5EF4-FFF2-40B4-BE49-F238E27FC236}">
                <a16:creationId xmlns:a16="http://schemas.microsoft.com/office/drawing/2014/main" id="{5E28D084-5BD4-F2FF-C12C-DFCAAA96EF4C}"/>
              </a:ext>
            </a:extLst>
          </p:cNvPr>
          <p:cNvGrpSpPr/>
          <p:nvPr/>
        </p:nvGrpSpPr>
        <p:grpSpPr>
          <a:xfrm>
            <a:off x="3568938" y="1074409"/>
            <a:ext cx="1999238" cy="276999"/>
            <a:chOff x="491016" y="1790887"/>
            <a:chExt cx="1999238" cy="276999"/>
          </a:xfrm>
        </p:grpSpPr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3DD9E59F-C2DB-8C3C-B54E-F47D5468E0DA}"/>
                </a:ext>
              </a:extLst>
            </p:cNvPr>
            <p:cNvSpPr txBox="1"/>
            <p:nvPr/>
          </p:nvSpPr>
          <p:spPr>
            <a:xfrm>
              <a:off x="491016" y="1790887"/>
              <a:ext cx="68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9460C9B1-E99B-ED3F-40D6-05B12D0CCB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65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1058-E2F5-B650-8745-A5E84A20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36053343-CDF7-B039-5317-9A8C9B80A072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EFFD8CED-5E0C-A77C-DB06-727E6BD858E2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77C7E7B1-7F8C-329C-92F5-115DB6652C3A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CD7C2709-60F7-6571-5EBF-392D8CEDE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5506495"/>
              </p:ext>
            </p:extLst>
          </p:nvPr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73885DD8-9555-A323-B3BD-6A072C2E8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0292D2C6-094B-FE84-36C2-24BFDF3C3850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9CF5F4EA-9BFC-41CB-8620-DA495C6E1B0F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DED9EDA-DF1A-FA6D-9320-B897007EC7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F62BC0E1-2279-7FA2-B8C6-E2DDEB67C781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9AD96448-F4AA-9B86-5587-C49709493526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5C2EFBA6-7A1A-0B41-FF95-0436694F91A7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859C3FA2-F619-2A22-6C0B-24E8B7DBFB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4653BE9A-4F4A-D594-CC3C-5243F6FF3A5F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D46059BC-79F7-AA14-1109-4D8538F7A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CA3C92CF-4511-AAB6-E3B7-27A9F06DD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3088D84-C28E-0446-4112-B96A3A0965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31D0FF0-DDA6-6935-7897-CCD1D1FBA2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B15BA61B-03C0-94FB-83F9-897E097487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ECEE14A5-1BD7-9C4A-4E90-72E0C6A69D67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6A5B3A07-223F-97AC-162A-3A9C9D2A2BC9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5488D1C5-2AC4-B47A-B12C-0FDCC7787977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EE03FA5C-BBC9-73DA-9C20-A8109D9A0E10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786B07C1-B9C7-9748-8A38-B3B1465D92A3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77A7263-4FE2-B5D9-680A-5E6DC2F5DB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304A1853-919A-14C7-EC25-2720EDADD600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C908770B-B681-2017-C696-D301BAF755C7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7B43593F-03A2-7E67-3F83-879C6EAD651A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723093F1-7293-9C7A-A40F-A0DB2F4B10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CC85773-4593-706F-2ECE-92FC7DD4BA28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F0A300D4-4013-3155-650E-A6D66AB70E45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B47864B0-8835-9C74-3126-51D88E362390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9C901A7B-F18C-6816-FB1E-FA4FB90DB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4E3244B1-83B7-FAE5-CE60-C2F64469F748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35E3A35E-A548-10A9-8AF4-05BDEB429D08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0AFFA5EA-8D58-B093-D671-1808EAE4E3A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663DA066-07FD-222B-F1FD-3028D2C456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6A4091E8-393B-1641-97CD-F00293C6CCAF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EF19D07D-0B19-FD6E-F8C7-EE325FF08887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8777FD29-F5FE-DE17-8691-EA1F8F024B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7504BEE0-0422-A357-6CAB-3415746F5A99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41214C0A-91ED-98D1-AD3C-41481FA9C2A9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9396A471-DD8E-861A-C861-FE8EDD3B2435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B78A0013-B6B7-22BA-E986-69EB2AEEC1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4CFF5735-AE6C-EE13-E231-CB03303409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8562599"/>
              </p:ext>
            </p:extLst>
          </p:nvPr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3CEE7E77-235A-D8FF-44B6-28743FCF98CC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D56E18CE-C985-2C3D-7508-1E1EC4E85411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1259CF87-CBE4-49DD-35A4-EB5FCF365E64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3DB9AA65-3FF0-298B-8A5D-B029A121BFE0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A7159617-CB70-A7C2-BEB6-65EF89D38895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27C37F4B-1804-0D09-74C9-045DD79F3A42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4C0E56BC-3D1E-876D-32D5-ACC8263964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8198185"/>
              </p:ext>
            </p:extLst>
          </p:nvPr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8DB9BEF0-01C9-C5A8-7D72-3D215AD717E6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9008B6E3-DB6C-C0C2-200B-39164876A7F6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43E0A9B9-A168-FF18-4622-C5A0C6117C93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13C94842-3045-A3BC-1A78-F9B1A282CEE7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E3C4ECE5-F0E5-AB71-5C4A-D02CED6330CE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DCAA68E8-A968-84EF-21F0-CE9AD9465EFE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D0F96F28-EA5D-9687-69E1-1FC2F086F2FB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DDFB629D-4E03-582E-76EE-8E7CA75BA70A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D2E4D140-8E90-BAA1-6434-AF3214FC2C5E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AA346023-6499-1184-CD4D-9DAF4725CAD9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D72723D3-EF19-9E4B-C378-80A707CD1E6C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59E43846-DE31-B6F3-9E78-1C0BEE9E34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479519"/>
              </p:ext>
            </p:extLst>
          </p:nvPr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B74239E7-314A-B81A-5679-7844E5A66348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5CB7C3B3-E002-3FB7-D587-5E6DD41B2450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57F16C29-FE35-0E41-1072-98EF032F0EB4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C3B4EF0F-B2D3-EB44-342B-C9968DF390D5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A8BD3D87-CE8D-828B-CAAD-1D767D5BCC3A}"/>
              </a:ext>
            </a:extLst>
          </p:cNvPr>
          <p:cNvSpPr txBox="1"/>
          <p:nvPr/>
        </p:nvSpPr>
        <p:spPr>
          <a:xfrm>
            <a:off x="6354409" y="59234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16518A5C-3199-8742-815A-6C252B016933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3B3D3DAF-EFBF-DBCC-DD8D-36920EE8D86C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309AA8C3-A4F6-A01E-7D8B-61BD8FB93523}"/>
              </a:ext>
            </a:extLst>
          </p:cNvPr>
          <p:cNvSpPr txBox="1"/>
          <p:nvPr/>
        </p:nvSpPr>
        <p:spPr>
          <a:xfrm>
            <a:off x="10943811" y="59122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CEDE753E-52E9-2DF6-29E7-6F5FF53B0721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C4AFBC8E-4DE3-A59B-22BB-155A3375AE90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757AD9A2-949A-3179-7A2A-958DB799FBB9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34F43F03-64AF-E17D-D12C-EFBAF16B05D6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4214B205-F8B5-7E23-5531-0CAB6FBE2F09}"/>
              </a:ext>
            </a:extLst>
          </p:cNvPr>
          <p:cNvSpPr txBox="1"/>
          <p:nvPr/>
        </p:nvSpPr>
        <p:spPr>
          <a:xfrm>
            <a:off x="10011853" y="61338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D25310AD-5190-B650-0C62-5A03FA1FE5BC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2EC54339-3770-FB16-DEAA-E686C690CAD0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2B3173C3-2A7E-E824-FF3D-415EE402AA8F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7812AAC0-304E-B878-C55D-E37AD8BFF5EF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5EF0D659-4236-BB30-BCD0-291715FEFE25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FEE840D2-60B0-5346-C3E8-6C2B21A861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F6860D6E-F883-65B4-AF84-1D3A84131308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C6D3E2AB-5099-BB32-6345-D8457FCDEB2D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28626280-7A4D-02DB-9DC0-905CB1D60340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06D2DBE0-46FC-B1A2-E4D2-6C24473F3A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77F46377-2E6F-901D-EF89-D3DFF89627CE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97DE8B1A-1731-FA26-B5E0-C2DE7C719D5B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BF7A1454-665F-217A-A159-9FA2FE979322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89C5B069-745D-F6FA-7D54-E7A530610D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7BE2BF88-7C84-E81E-643B-77E12A63219D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320AC7F7-A8BA-23D4-3F37-9764473C65E9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DD5FA5C6-DE59-3D53-BC07-AE1AE005E934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196460B0-27C1-319C-8EC4-A23BE0E939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331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767E-9AF9-F62F-DD13-2A1E54C9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C65C480E-D220-9C01-3683-EB7F5432EB1C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D83E5F0B-73D8-AB18-0D6C-614C501064FA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112A26C3-AA21-8BA1-6387-9EBA78B0826F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9DCC0D73-F6F0-924C-5BF6-CF98FEED3C16}"/>
              </a:ext>
            </a:extLst>
          </p:cNvPr>
          <p:cNvGraphicFramePr>
            <a:graphicFrameLocks/>
          </p:cNvGraphicFramePr>
          <p:nvPr/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D49BE2EA-0F6D-73F9-C444-E82603314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FBF8281D-F81C-68E7-70E4-B6E42652E98A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6D520A16-38F7-DCB3-12E3-742627333CA5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EC5F85C-84D3-2881-1622-449DED7BEC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704286BD-4ABA-82C2-A7A3-1FF55FBF4A01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6539C534-EBFA-8AFB-F9FF-9588646AD7A4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938016F2-BB81-6F48-FE3F-77768F6D36E9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A47CB9D5-E3E5-EC75-238B-25987F1AAA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430ECC1D-A02C-2FBF-B123-8AC08EF07228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0A7C7A38-6DCF-BE3E-A71A-E9B75A4D9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7FFAF0DC-5F5D-7847-7F4C-EB196378F3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83FC201-FA9E-4CFE-2546-3A283658D0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6FED38DD-DD17-3B49-E09C-F65A4C7068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16181851-2C71-9645-C4C1-D6459BC6B2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4855DC07-3379-D410-C6AD-7C583129E1EB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E914C850-2FCC-D924-C597-AA8D3EB32191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5AFC246F-B204-492A-9C00-918CACE303C2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DA49C989-62C5-56AD-F3E1-F60B65AB7761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D1B17449-DB5B-193E-398C-6ED3DAEB9495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338D4BB-A7A6-058A-E99D-BC05A094EB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08C8F5C9-5F69-28BC-5181-C1988C27B143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91385C22-E64C-FCCD-317F-666A97D0C74F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90BBEBF0-D170-0A66-74C4-7FAD0E39FBFF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5E30FCD2-A5B1-EC8F-A0FB-F12EB65ACB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72CA4F9-58D5-0D9B-970D-D59214D5DCE9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D398D23D-CB35-D1D3-D455-51A962F4D85B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CBE61F13-B217-5AE6-1076-B4960657375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A82E7166-6B28-698D-F900-EE7D69536C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EB87CC73-63A1-D67E-F6D4-28DC0240828F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9569A5D9-EDB7-F92D-84E1-7CD9DA3B9378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D8169067-502D-2532-B2E7-BC64231C143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E4A6A6F8-B2D4-B23C-D4F0-7BAD86060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03FB7E6B-E4D0-BE9F-CE02-E85EDC12E9A1}"/>
              </a:ext>
            </a:extLst>
          </p:cNvPr>
          <p:cNvSpPr txBox="1"/>
          <p:nvPr/>
        </p:nvSpPr>
        <p:spPr>
          <a:xfrm>
            <a:off x="-75172" y="10951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B4174529-6F71-660D-AA59-2996E22DA893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91CE4D88-15FA-F97A-5B5A-648CF825C3A4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5D0ACCC3-8EDD-39D8-879D-8B059E3FF6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1D728A81-064C-4C7C-219F-AAE2EFA33B3F}"/>
              </a:ext>
            </a:extLst>
          </p:cNvPr>
          <p:cNvGraphicFramePr>
            <a:graphicFrameLocks/>
          </p:cNvGraphicFramePr>
          <p:nvPr/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5D893F5F-BDB6-F044-7EC5-CC9254A141B3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77A4148F-18A9-7694-7765-2480675D79C1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D8FC8387-09B3-A01C-2159-62C9E36754B3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3175BEBC-1000-4DCA-2060-6731BF52D94D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909B4F6A-3D8F-53A4-87C0-2130C8DE01E2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7C5E035E-5531-AAAC-A71D-2CD3310352A1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04727CF8-C156-2B05-3321-28D7E7DC3A75}"/>
              </a:ext>
            </a:extLst>
          </p:cNvPr>
          <p:cNvGraphicFramePr>
            <a:graphicFrameLocks/>
          </p:cNvGraphicFramePr>
          <p:nvPr/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8AEA420E-3597-A6DE-6FBF-20F8FEAAAFD3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7A07643A-EFC4-39CE-5551-81B68A4F9B03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B03AC5EC-FECF-484B-5077-3AC2FF32757F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4D753BBC-4564-532C-AD6E-62D5A6C28193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D06BFC62-A4EA-4935-8FBC-4BF1078FD313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F256B48E-0FB1-B002-72D4-6B2409CACFF4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9023C3B1-B1A7-58B5-DE11-1019997B22FA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B9CED50B-E9E6-28BA-9BC3-51C76F073551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94A9F2CC-6057-DC02-2097-5B06D377352C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83E36176-5A7C-CC56-CE73-98EC3F47545D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319FEC8D-BB82-A369-FF2B-A8E1877F5796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4B7806CE-A21B-AD38-2DBD-EE81C191A9AC}"/>
              </a:ext>
            </a:extLst>
          </p:cNvPr>
          <p:cNvGraphicFramePr>
            <a:graphicFrameLocks/>
          </p:cNvGraphicFramePr>
          <p:nvPr/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6EDCF01F-5BAD-B682-A18A-A2850690556A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23151F22-AFDD-515A-73DD-02D4D6BD3FCF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4A725F56-4B98-06D7-C0C3-8B70A3345B54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E2847DBB-430A-D326-7721-8AA209E3AEA0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40507921-79D2-8B10-9293-5D9B40624267}"/>
              </a:ext>
            </a:extLst>
          </p:cNvPr>
          <p:cNvSpPr txBox="1"/>
          <p:nvPr/>
        </p:nvSpPr>
        <p:spPr>
          <a:xfrm>
            <a:off x="6354409" y="59234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6F8D72A8-3238-538C-BB10-C2388DFBFDF5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E2CE2FE8-B8C8-17BA-34D8-C2508179656D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EC8DC2C8-3BB3-5260-3801-CB8DBF0B8F24}"/>
              </a:ext>
            </a:extLst>
          </p:cNvPr>
          <p:cNvSpPr txBox="1"/>
          <p:nvPr/>
        </p:nvSpPr>
        <p:spPr>
          <a:xfrm>
            <a:off x="10943811" y="59122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A53BE353-11F6-2054-4925-2CF669302A5E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1E5B4A3B-0C1C-C72D-ACE5-AFA2281387AA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BD2C7096-A85A-9302-5A06-C33B75C41231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E85FB5F3-6D21-6242-DDC5-8644BC523F52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04EB618E-E631-6BA3-67A7-FA00C5600302}"/>
              </a:ext>
            </a:extLst>
          </p:cNvPr>
          <p:cNvSpPr txBox="1"/>
          <p:nvPr/>
        </p:nvSpPr>
        <p:spPr>
          <a:xfrm>
            <a:off x="10011853" y="61338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108463E2-12E6-9DEB-7EE0-F1E0E33B74A7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606FB766-A6A8-A9BD-F7DE-A0134D655E67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3DF37926-06EF-D13E-D4FB-5BEEAD5378EF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F46CE01E-3A3A-8C69-F8A1-049222FD624B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1ADD0826-78C4-1813-B252-556CB1764CE6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78CA4F0B-0A59-E71A-5413-486CF84406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7A9ED86E-89CC-48D1-AC30-B3BA1D83BE06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A6FABF3C-6E84-59D1-6B1D-7BB080B6067A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469B0CA3-8A4C-EFCE-3BD9-98F62CC0B97B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2765D47C-2C04-4F8D-6A56-02445BF64B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8AF13BD8-7763-82CF-9B3E-214D8C98219F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DAE27845-5587-507B-2D87-754E2EC577F1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162E4683-6EE1-2AA5-F547-656A1ECD4561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92A8FCBE-C19B-9FC8-5F92-5C7BD0994B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8ECF5F9E-614D-A904-8990-7B1BCFC1418F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1A730AC4-2118-F63B-F154-1E7C25DB6C9B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CE22F008-0649-70DF-C3D9-4CBD167FC6ED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698732BE-6FEE-B018-7F19-C2EE73BC6D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52" name="Groep 51">
            <a:extLst>
              <a:ext uri="{FF2B5EF4-FFF2-40B4-BE49-F238E27FC236}">
                <a16:creationId xmlns:a16="http://schemas.microsoft.com/office/drawing/2014/main" id="{216CC2ED-93BB-2888-BCBB-66C2CCD906A4}"/>
              </a:ext>
            </a:extLst>
          </p:cNvPr>
          <p:cNvGrpSpPr/>
          <p:nvPr/>
        </p:nvGrpSpPr>
        <p:grpSpPr>
          <a:xfrm>
            <a:off x="0" y="521990"/>
            <a:ext cx="3082835" cy="6418185"/>
            <a:chOff x="0" y="521990"/>
            <a:chExt cx="3082835" cy="6418185"/>
          </a:xfrm>
        </p:grpSpPr>
        <p:sp>
          <p:nvSpPr>
            <p:cNvPr id="54" name="Rechthoek 53">
              <a:extLst>
                <a:ext uri="{FF2B5EF4-FFF2-40B4-BE49-F238E27FC236}">
                  <a16:creationId xmlns:a16="http://schemas.microsoft.com/office/drawing/2014/main" id="{5A81A076-154C-3681-C858-2AA61ECB23C4}"/>
                </a:ext>
              </a:extLst>
            </p:cNvPr>
            <p:cNvSpPr/>
            <p:nvPr/>
          </p:nvSpPr>
          <p:spPr>
            <a:xfrm>
              <a:off x="0" y="521990"/>
              <a:ext cx="3082835" cy="6418185"/>
            </a:xfrm>
            <a:prstGeom prst="rect">
              <a:avLst/>
            </a:prstGeom>
            <a:solidFill>
              <a:srgbClr val="0017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grpSp>
          <p:nvGrpSpPr>
            <p:cNvPr id="56" name="Groep 55">
              <a:extLst>
                <a:ext uri="{FF2B5EF4-FFF2-40B4-BE49-F238E27FC236}">
                  <a16:creationId xmlns:a16="http://schemas.microsoft.com/office/drawing/2014/main" id="{A0875883-7DC3-3C23-086E-81ECE71E10A4}"/>
                </a:ext>
              </a:extLst>
            </p:cNvPr>
            <p:cNvGrpSpPr/>
            <p:nvPr/>
          </p:nvGrpSpPr>
          <p:grpSpPr>
            <a:xfrm>
              <a:off x="491016" y="1073337"/>
              <a:ext cx="1999238" cy="276999"/>
              <a:chOff x="491016" y="1790887"/>
              <a:chExt cx="1999238" cy="276999"/>
            </a:xfrm>
          </p:grpSpPr>
          <p:sp>
            <p:nvSpPr>
              <p:cNvPr id="64" name="Tekstvak 63">
                <a:extLst>
                  <a:ext uri="{FF2B5EF4-FFF2-40B4-BE49-F238E27FC236}">
                    <a16:creationId xmlns:a16="http://schemas.microsoft.com/office/drawing/2014/main" id="{27B4EA83-4D4F-50ED-3202-CFA31AC2BA51}"/>
                  </a:ext>
                </a:extLst>
              </p:cNvPr>
              <p:cNvSpPr txBox="1"/>
              <p:nvPr/>
            </p:nvSpPr>
            <p:spPr>
              <a:xfrm>
                <a:off x="491016" y="1790887"/>
                <a:ext cx="7168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 b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65" name="Graphic 64">
                <a:extLst>
                  <a:ext uri="{FF2B5EF4-FFF2-40B4-BE49-F238E27FC236}">
                    <a16:creationId xmlns:a16="http://schemas.microsoft.com/office/drawing/2014/main" id="{CCC2F462-585F-F803-A1BE-F1B3E496B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395004" y="1867142"/>
                <a:ext cx="95250" cy="95250"/>
              </a:xfrm>
              <a:prstGeom prst="rect">
                <a:avLst/>
              </a:prstGeom>
            </p:spPr>
          </p:pic>
        </p:grpSp>
        <p:grpSp>
          <p:nvGrpSpPr>
            <p:cNvPr id="60" name="Groep 59">
              <a:extLst>
                <a:ext uri="{FF2B5EF4-FFF2-40B4-BE49-F238E27FC236}">
                  <a16:creationId xmlns:a16="http://schemas.microsoft.com/office/drawing/2014/main" id="{DBB7393D-BE61-F036-1250-4A4057E73D6F}"/>
                </a:ext>
              </a:extLst>
            </p:cNvPr>
            <p:cNvGrpSpPr/>
            <p:nvPr/>
          </p:nvGrpSpPr>
          <p:grpSpPr>
            <a:xfrm>
              <a:off x="492280" y="1467085"/>
              <a:ext cx="2003207" cy="276999"/>
              <a:chOff x="487047" y="1790887"/>
              <a:chExt cx="2003207" cy="276999"/>
            </a:xfrm>
          </p:grpSpPr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3DE8BBD7-AEEF-87DB-7304-57F4D66AF8C2}"/>
                  </a:ext>
                </a:extLst>
              </p:cNvPr>
              <p:cNvSpPr txBox="1"/>
              <p:nvPr/>
            </p:nvSpPr>
            <p:spPr>
              <a:xfrm>
                <a:off x="487047" y="1790887"/>
                <a:ext cx="6848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63" name="Graphic 62">
                <a:extLst>
                  <a:ext uri="{FF2B5EF4-FFF2-40B4-BE49-F238E27FC236}">
                    <a16:creationId xmlns:a16="http://schemas.microsoft.com/office/drawing/2014/main" id="{04D84D39-7A34-8C0C-F03E-2512E607E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395004" y="1867142"/>
                <a:ext cx="95250" cy="95250"/>
              </a:xfrm>
              <a:prstGeom prst="rect">
                <a:avLst/>
              </a:prstGeom>
            </p:spPr>
          </p:pic>
        </p:grp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DCBACE82-CD7E-F145-4EDA-6D76C7383F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760533" y="664173"/>
              <a:ext cx="114300" cy="114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331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A3BD-26C5-CCD5-7E9F-008194CC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50EC3003-2CF7-41A7-A05A-0316CAF8A85C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484074AD-E206-F3CB-7E0C-5B42E1C507FC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6846BDA2-54FF-E172-0F1A-76C0158FC037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0ECF8554-7911-5A6D-CF79-3E3B2731C773}"/>
              </a:ext>
            </a:extLst>
          </p:cNvPr>
          <p:cNvGraphicFramePr>
            <a:graphicFrameLocks/>
          </p:cNvGraphicFramePr>
          <p:nvPr/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4FC9B402-0A95-5133-77BB-4D655AED3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614C8C51-C4B8-01A9-1F4F-F21F06389465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2DFEA1E4-8871-643F-3607-2837B67210B8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D3C110A-EA57-4489-6948-9A5FF661CC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8792DF09-15D7-799E-C0B3-9AB6AE3AAC22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C72486DC-46AE-0EDF-73DC-54166DA8FD6A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1D2AE961-B21F-C01A-1139-EFCC3CBB864B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4BB4DE27-B973-BE3A-13BA-59707876E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2D5E0BA-D78E-E7B6-E780-C56990257A6F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0773657B-F023-547A-E4FA-717F7D8C5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02927BB3-2273-55D3-485A-4F9927A053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7FB32C60-8EB4-C7E6-558C-E3D2AC2305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B9CAFE0A-18E1-638D-00B2-6A6365F47F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B32357C-DB0C-07D2-9F40-EEA21F409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D111C2F5-65C5-8E32-F2E3-9B8F3104E502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FC2C5A2E-31D9-9641-CC7C-A82B50B39D43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9B9C43AF-54F8-7FA0-B618-FA60F030A52D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9A8796B0-EA50-DFD9-1B60-CEC4E4AD679C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93065C28-D633-F070-ECDA-510B98AFE50A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652E724-B78D-C7BE-3AC3-9023317E2B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191D9E98-A4EE-94F7-9F1B-585B50CCB622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4A4BAEA7-346F-0A4B-3773-26DFCD7719C4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525A2978-BD51-EA1A-A421-6DC0AEDCA55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73F277D6-1331-3CA0-201E-C10BF45187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C423C429-6EEC-D744-830E-35D06661DE98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4C24C273-B812-D094-33ED-44360C42F31B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5348ED6C-C4D7-3AB8-42D4-1117C553B80D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B1D180B-277B-142D-1213-2A812207DD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1E09696F-E256-85DB-1CD1-AE402772BA56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4BD7D3F1-BFBA-F706-FB21-15E3663A257F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5ACDFF14-25BF-BE4B-F3F0-619FCBB051BD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C78EDA-0342-6CD9-8A1D-A4B8E0EAEB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EEF07257-019E-E2A3-D9B6-00118E586C01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055D3CFE-17BA-1D49-6989-DFE85A3BCB4E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123B772A-3436-060D-856C-B6B3398956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55E2E201-943E-8D7B-5171-C624B3526394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4FE26207-FC1B-7DD2-2FB8-2D477D62DFB7}"/>
              </a:ext>
            </a:extLst>
          </p:cNvPr>
          <p:cNvGraphicFramePr>
            <a:graphicFrameLocks/>
          </p:cNvGraphicFramePr>
          <p:nvPr/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37131261-7961-4621-FF03-628DD298FB52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DBFC57E8-8C3E-54BE-FF33-F10828137D6E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82A1FB2F-AB6C-8019-C1AB-D3ADAA6899F1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22503ED4-FF77-BBA9-797C-6EAC064C3389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0C66151E-34F0-FBE5-7BA4-98D97058BBFD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C6DD266D-6C9A-74AC-A3FE-133A8F39E924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1DA69CDB-E89E-E018-43BC-3E8E144D212D}"/>
              </a:ext>
            </a:extLst>
          </p:cNvPr>
          <p:cNvGraphicFramePr>
            <a:graphicFrameLocks/>
          </p:cNvGraphicFramePr>
          <p:nvPr/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F3FD8E24-4607-EBCE-A2F6-AE26A307BD8B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5E86E5EC-F619-BA06-8877-2DD337ECC8A6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C34E7DF5-4E0D-5CE4-02FC-47DD71F9A312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6E800165-6409-BAA7-723C-C4D91A25D1B5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5C6443D8-FAF2-C838-847E-6902CD550B89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449045ED-AC28-760D-E27A-C5704A0D9E16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517BAFD3-8737-94DF-C369-6D3B10D70073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9561DC1B-84C0-A626-6F55-B1BD8467E646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E5270ED1-ED0D-CA9B-1F1A-CB52C9A8ABA6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77D7F7D4-269F-241D-3519-724DD3C80A53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35EE5698-1CD7-BC5E-B1A9-6D1B38F9E75D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A06371E6-0A05-ABE3-A7AE-513F68511B67}"/>
              </a:ext>
            </a:extLst>
          </p:cNvPr>
          <p:cNvGraphicFramePr>
            <a:graphicFrameLocks/>
          </p:cNvGraphicFramePr>
          <p:nvPr/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526D6199-5ABD-C22F-C8E8-6AF870E9F514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17F1CFEE-8926-7B30-BCB4-6D4BFC0426E7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48E47946-CC97-503D-68B0-2370F007BF61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B6E29748-D447-E011-A7FE-CB057A8DD228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7786FA23-54E7-8D25-DB5E-D006E3CFC13A}"/>
              </a:ext>
            </a:extLst>
          </p:cNvPr>
          <p:cNvSpPr txBox="1"/>
          <p:nvPr/>
        </p:nvSpPr>
        <p:spPr>
          <a:xfrm>
            <a:off x="6354409" y="5923409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729B57EF-9AB8-48C0-F8C0-7A816BDEFD27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FAC50B80-8C89-3668-E1A8-D24E0B6EC8AC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39D38EE3-992F-2B39-848B-5C7309AE1F3C}"/>
              </a:ext>
            </a:extLst>
          </p:cNvPr>
          <p:cNvSpPr txBox="1"/>
          <p:nvPr/>
        </p:nvSpPr>
        <p:spPr>
          <a:xfrm>
            <a:off x="11091289" y="5912219"/>
            <a:ext cx="7665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8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D49DE699-0003-DE4F-9E4F-DB1978A455E9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5958D534-1D18-7A49-8E8C-A0257CFB0D8C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F7C883EF-032F-6F58-6A7D-ECE7B3D55234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7CDB0091-AA2B-9779-C5AA-D7652D0B62E8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D92EF758-7200-7060-C699-341A4D82303C}"/>
              </a:ext>
            </a:extLst>
          </p:cNvPr>
          <p:cNvSpPr txBox="1"/>
          <p:nvPr/>
        </p:nvSpPr>
        <p:spPr>
          <a:xfrm>
            <a:off x="10011853" y="6133863"/>
            <a:ext cx="3882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3E110F3B-AE8D-ADF3-30CD-3192440A3F6B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932047FD-5926-D069-482D-2EC8C5CBE037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D48C3146-AAED-F5FB-B059-030F204392E2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2D5F3952-A693-7A1A-6EB4-DBC88A91BA59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6F87278B-7207-3A91-570F-1E497F48FB74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78D90450-8A75-47BA-D751-415457D9F4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454E624D-ED27-6E8E-A7E3-6A6A07D3DBAE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F6191A53-DC11-ED63-58A5-48BDADBA3BA3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266C7CA3-E8C2-6146-4BE7-43687743779F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6C11688F-B463-B788-9EDB-C71AAF8D63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4191E19F-8615-E104-2A06-065DEDA571E7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0B55446C-ED85-588A-ED7F-CCF2C4CF741D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2BE01A9C-2D11-5227-40A8-B15E448F180E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88378634-54F1-D542-566F-2B14778F3C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42D8C69B-8358-9D7B-D5F5-43EC2831EC71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E5CD7519-01D5-5F84-907A-CEB5E236995E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F64C29C1-7F56-E487-A9B5-43E796F0C8A6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FC9AE12F-F7D5-09CF-9CEB-4C4994468E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DC86B4DA-11B6-4CBD-99BE-C88FC7CF46FB}"/>
              </a:ext>
            </a:extLst>
          </p:cNvPr>
          <p:cNvGrpSpPr/>
          <p:nvPr/>
        </p:nvGrpSpPr>
        <p:grpSpPr>
          <a:xfrm rot="16200000">
            <a:off x="4994202" y="-705348"/>
            <a:ext cx="2087483" cy="13208000"/>
            <a:chOff x="500430" y="-4383885"/>
            <a:chExt cx="2087483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884DA9EC-C433-1CF9-D036-232EB8FCAB93}"/>
                </a:ext>
              </a:extLst>
            </p:cNvPr>
            <p:cNvSpPr/>
            <p:nvPr/>
          </p:nvSpPr>
          <p:spPr>
            <a:xfrm>
              <a:off x="500430" y="-4383885"/>
              <a:ext cx="2087483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756E9F9E-078A-E090-F21E-F26254C8C2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2445109" y="1783352"/>
              <a:ext cx="95250" cy="95250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EC4DAA0C-8731-58D7-6121-CC3422D9E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7480" y="5013515"/>
            <a:ext cx="1151038" cy="417950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C3D534E2-88FC-ECB2-7E33-1B2760239522}"/>
              </a:ext>
            </a:extLst>
          </p:cNvPr>
          <p:cNvSpPr txBox="1"/>
          <p:nvPr/>
        </p:nvSpPr>
        <p:spPr>
          <a:xfrm>
            <a:off x="211993" y="5585975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Onze oplossingen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7998CB9A-68EC-915A-1C24-B055E539AA2F}"/>
              </a:ext>
            </a:extLst>
          </p:cNvPr>
          <p:cNvSpPr txBox="1"/>
          <p:nvPr/>
        </p:nvSpPr>
        <p:spPr>
          <a:xfrm>
            <a:off x="211993" y="5852675"/>
            <a:ext cx="11801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Gebouwtechnieken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E60B0D54-A60D-A5EB-BEE7-8B6877A64FF5}"/>
              </a:ext>
            </a:extLst>
          </p:cNvPr>
          <p:cNvSpPr txBox="1"/>
          <p:nvPr/>
        </p:nvSpPr>
        <p:spPr>
          <a:xfrm>
            <a:off x="211993" y="6043175"/>
            <a:ext cx="1292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Industrial Automation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D1F9B82E-A3ED-6D9E-55CA-6B9AC8B35755}"/>
              </a:ext>
            </a:extLst>
          </p:cNvPr>
          <p:cNvSpPr txBox="1"/>
          <p:nvPr/>
        </p:nvSpPr>
        <p:spPr>
          <a:xfrm>
            <a:off x="211993" y="6224356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08524743-2BB4-348F-E6A9-E88906C8D888}"/>
              </a:ext>
            </a:extLst>
          </p:cNvPr>
          <p:cNvSpPr txBox="1"/>
          <p:nvPr/>
        </p:nvSpPr>
        <p:spPr>
          <a:xfrm>
            <a:off x="10157883" y="5592620"/>
            <a:ext cx="705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VMA NV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DD9856B0-4FA1-3987-8E09-CA7EE8D019ED}"/>
              </a:ext>
            </a:extLst>
          </p:cNvPr>
          <p:cNvSpPr txBox="1"/>
          <p:nvPr/>
        </p:nvSpPr>
        <p:spPr>
          <a:xfrm>
            <a:off x="10157883" y="5859320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Kortrijksesteenweg</a:t>
            </a:r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14b</a:t>
            </a:r>
          </a:p>
        </p:txBody>
      </p:sp>
      <p:sp>
        <p:nvSpPr>
          <p:cNvPr id="47" name="Tekstvak 46">
            <a:extLst>
              <a:ext uri="{FF2B5EF4-FFF2-40B4-BE49-F238E27FC236}">
                <a16:creationId xmlns:a16="http://schemas.microsoft.com/office/drawing/2014/main" id="{CF144129-27E8-BEF8-838B-D6CC9BB9DEAD}"/>
              </a:ext>
            </a:extLst>
          </p:cNvPr>
          <p:cNvSpPr txBox="1"/>
          <p:nvPr/>
        </p:nvSpPr>
        <p:spPr>
          <a:xfrm>
            <a:off x="10157883" y="6049820"/>
            <a:ext cx="1502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9830 Sint-Martens-Latem</a:t>
            </a:r>
          </a:p>
        </p:txBody>
      </p:sp>
      <p:sp>
        <p:nvSpPr>
          <p:cNvPr id="48" name="Tekstvak 47">
            <a:extLst>
              <a:ext uri="{FF2B5EF4-FFF2-40B4-BE49-F238E27FC236}">
                <a16:creationId xmlns:a16="http://schemas.microsoft.com/office/drawing/2014/main" id="{C4529D9C-1AAB-A0CA-4094-6C571DCE701C}"/>
              </a:ext>
            </a:extLst>
          </p:cNvPr>
          <p:cNvSpPr txBox="1"/>
          <p:nvPr/>
        </p:nvSpPr>
        <p:spPr>
          <a:xfrm>
            <a:off x="10157883" y="6231001"/>
            <a:ext cx="8659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info@vma.be</a:t>
            </a:r>
          </a:p>
        </p:txBody>
      </p:sp>
      <p:pic>
        <p:nvPicPr>
          <p:cNvPr id="53" name="Afbeelding 52">
            <a:extLst>
              <a:ext uri="{FF2B5EF4-FFF2-40B4-BE49-F238E27FC236}">
                <a16:creationId xmlns:a16="http://schemas.microsoft.com/office/drawing/2014/main" id="{B73E72E2-F9B6-AAAD-F70F-5440593BA9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15033" y="5079742"/>
            <a:ext cx="1162212" cy="333422"/>
          </a:xfrm>
          <a:prstGeom prst="rect">
            <a:avLst/>
          </a:prstGeom>
        </p:spPr>
      </p:pic>
      <p:sp>
        <p:nvSpPr>
          <p:cNvPr id="55" name="Tekstvak 54">
            <a:extLst>
              <a:ext uri="{FF2B5EF4-FFF2-40B4-BE49-F238E27FC236}">
                <a16:creationId xmlns:a16="http://schemas.microsoft.com/office/drawing/2014/main" id="{D9915F97-C3D6-1A72-55C7-4B17A2A49EF6}"/>
              </a:ext>
            </a:extLst>
          </p:cNvPr>
          <p:cNvSpPr txBox="1"/>
          <p:nvPr/>
        </p:nvSpPr>
        <p:spPr>
          <a:xfrm>
            <a:off x="2629936" y="5585201"/>
            <a:ext cx="10518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10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40552909-0D3D-33D8-4DA5-D9C0081E43D3}"/>
              </a:ext>
            </a:extLst>
          </p:cNvPr>
          <p:cNvSpPr txBox="1"/>
          <p:nvPr/>
        </p:nvSpPr>
        <p:spPr>
          <a:xfrm>
            <a:off x="2629936" y="5851901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064FA18D-0C11-FB07-8DD8-019288970AA1}"/>
              </a:ext>
            </a:extLst>
          </p:cNvPr>
          <p:cNvSpPr txBox="1"/>
          <p:nvPr/>
        </p:nvSpPr>
        <p:spPr>
          <a:xfrm>
            <a:off x="2629936" y="6042401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8E0268E4-B00B-0825-2F0C-5589CBF8C162}"/>
              </a:ext>
            </a:extLst>
          </p:cNvPr>
          <p:cNvSpPr txBox="1"/>
          <p:nvPr/>
        </p:nvSpPr>
        <p:spPr>
          <a:xfrm>
            <a:off x="2629936" y="6223582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9CB6B9FF-71C2-583D-EBF5-507EB84350B2}"/>
              </a:ext>
            </a:extLst>
          </p:cNvPr>
          <p:cNvSpPr txBox="1"/>
          <p:nvPr/>
        </p:nvSpPr>
        <p:spPr>
          <a:xfrm>
            <a:off x="4705403" y="5584427"/>
            <a:ext cx="10518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10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kstvak 60">
            <a:extLst>
              <a:ext uri="{FF2B5EF4-FFF2-40B4-BE49-F238E27FC236}">
                <a16:creationId xmlns:a16="http://schemas.microsoft.com/office/drawing/2014/main" id="{087F8F18-62FA-0743-66F9-B0F72C8FA21C}"/>
              </a:ext>
            </a:extLst>
          </p:cNvPr>
          <p:cNvSpPr txBox="1"/>
          <p:nvPr/>
        </p:nvSpPr>
        <p:spPr>
          <a:xfrm>
            <a:off x="4705403" y="5851127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C9F497FB-91B4-5E8E-1698-76A69EB8ECFB}"/>
              </a:ext>
            </a:extLst>
          </p:cNvPr>
          <p:cNvSpPr txBox="1"/>
          <p:nvPr/>
        </p:nvSpPr>
        <p:spPr>
          <a:xfrm>
            <a:off x="4705403" y="6041627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A304C34F-3D22-25DF-BCE3-3032F2C03102}"/>
              </a:ext>
            </a:extLst>
          </p:cNvPr>
          <p:cNvSpPr txBox="1"/>
          <p:nvPr/>
        </p:nvSpPr>
        <p:spPr>
          <a:xfrm>
            <a:off x="4705403" y="6222808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B9563154-DCCA-4C84-BD32-161EA1847007}"/>
              </a:ext>
            </a:extLst>
          </p:cNvPr>
          <p:cNvSpPr txBox="1"/>
          <p:nvPr/>
        </p:nvSpPr>
        <p:spPr>
          <a:xfrm>
            <a:off x="211993" y="6538226"/>
            <a:ext cx="13612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 2025 VMA </a:t>
            </a:r>
            <a:r>
              <a:rPr lang="nl-BE" sz="600" err="1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BE" sz="600" err="1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rights</a:t>
            </a:r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BE" sz="600" err="1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reserved</a:t>
            </a:r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8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3E6EE">
            <a:alpha val="1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00503-287D-B9F3-17E2-5A07BE4E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204E6C52-88FE-7C47-2EAA-7AA4E2AF1B7C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FB44E672-B9B6-F388-2C08-20AC8D1C36BE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42A8FE36-D789-2FF4-2D89-5CB88496F81F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810D6FC7-83F1-3E94-1317-60FA976CD3A5}"/>
              </a:ext>
            </a:extLst>
          </p:cNvPr>
          <p:cNvGraphicFramePr>
            <a:graphicFrameLocks/>
          </p:cNvGraphicFramePr>
          <p:nvPr/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25A1132F-E31C-16B8-A9EB-383C157EF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96A2B3DC-1AE5-1437-888D-C2BDD7EF9BAA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54E9A45C-BDFE-59F2-2215-94FBC31FFB19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3584177-C2A8-47B2-4491-C1624234BC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D25E59E-E402-D737-56BD-852878422F32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07E970D0-0118-49C9-1BD0-D4F7B75C8AF6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C210F7A2-9C8E-0A61-F725-2B7D8B7833CD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2E50119B-8093-9616-2853-BC228947DE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4698CA56-5FB2-EFCB-5548-C7F00C1CD6D8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1B0BFDE4-E2F4-CE1D-4AF0-3ACDEEEC1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7B9AEFD5-D38C-4CE2-641D-9C2D4CC033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37BE477D-6127-DDE8-DECF-C9F64B3600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CE5541B9-55D8-EFDA-7FA3-9B50DD86D2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C222C74D-272B-F5F4-86AD-337197EAC2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3C943F81-ABFE-A3A6-B74D-CB1F57EC13FE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D39FAE49-D94D-A41A-C427-E1C45897BE35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1D209375-B1DD-ABD8-5B5B-CE9B561BF593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A0862EBB-DD40-CA4D-97E0-FA504235ADAF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BC92CB68-0B0E-0953-F40B-0825DAB1E291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751AF75-DA00-D6F6-1432-28A07B24A0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9F98F534-E1B8-FA3B-490B-9D49E8FAB6D2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7D86790C-FF8F-C58F-19D1-B577842ABD88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7D623AC-6B1E-F970-4EB8-E0746A51F1F0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40DCB5BC-0C23-58DB-98D9-137F743089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DAA475BA-4969-8680-137E-08013E3F5913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C766034C-CEC5-921A-6AAF-E0A79853653A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477640F0-73ED-145A-F509-98981B3352B6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77B2E08D-7555-91FF-36F2-6F2F86CECB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978689BE-2AB7-1133-BF23-BA083133237B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2910D6F4-021F-7EDC-5D9C-977F6C6A2F28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3CED6E5F-4FDA-98D6-4934-639DEAB4AD0D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2FE021FA-6E46-434B-753E-63F5508C5C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E4ED44D2-B40C-E1AB-AE16-2284E1D5AA1D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39E54F2A-09C5-ACC8-A7FB-E083A1005EE3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D1714D80-2A86-8E9A-F8D3-49C302E649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B02433FC-B8B6-FA3F-4E11-7A2094AE1C8A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6ACDC8E6-2A54-9251-95DD-7D72C1FA5921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3BF25126-ED2D-BFE3-B1CF-E7C15E452305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A4340747-90B4-4E68-E376-78DEA9F919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87A11040-81A2-2E2E-8F6A-A717DA3AB31A}"/>
              </a:ext>
            </a:extLst>
          </p:cNvPr>
          <p:cNvGraphicFramePr>
            <a:graphicFrameLocks/>
          </p:cNvGraphicFramePr>
          <p:nvPr/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1E787A0E-EE1A-B5FB-778F-8D9F71EE38B0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24569016-8493-AA1B-58F2-4112E0168079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73CAA02C-B6FB-0F40-9095-D983DBB4B447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837B56BA-3DF2-A27C-E804-A1BB7023F4AE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E17CE16A-8FF0-0291-E678-A3CED82A368C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D495B9D2-6E74-4586-727D-203ECAF1CE8E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C4DDD1EC-BB4B-08A5-A485-CBA6BF399618}"/>
              </a:ext>
            </a:extLst>
          </p:cNvPr>
          <p:cNvGraphicFramePr>
            <a:graphicFrameLocks/>
          </p:cNvGraphicFramePr>
          <p:nvPr/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4B0558A7-535B-CB17-CF66-4F5ADD030CFE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67DFDDB9-60A3-E2CA-539E-67D6AF256306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F3A79D3D-D6AC-1AE1-000F-80A733D7F8A9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96EDDD65-9DB0-F051-1A0E-27C1F18EF3C4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92DE49A4-5711-9F4A-086E-36591A27262E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6C207A21-3557-0757-4495-F2CC7A957F71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8C7E1A4B-5FD6-8C4F-DC47-6F3E4F8163A4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579404EC-BF70-F033-5AE4-50205A27D017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45BF2865-0B80-D50F-C2EC-32B7C2C362E5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CF551446-6DE0-B01C-FEB5-C088F4294EA5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00C907A6-4EDC-A501-E336-712B0B39B5B1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A7777D2C-A5DB-1EA4-67E7-85940AFD65D3}"/>
              </a:ext>
            </a:extLst>
          </p:cNvPr>
          <p:cNvGraphicFramePr>
            <a:graphicFrameLocks/>
          </p:cNvGraphicFramePr>
          <p:nvPr/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8A85C773-EB76-3AD8-63F1-D7ED0EFD86E4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414C02EC-6810-B62F-820E-20C14A2E3F49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6493BA87-785E-2C04-1F51-E810E5876C07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57A3A011-589E-CDCD-66EE-CE38CC8C02A7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FF66D0ED-B375-C742-9C6A-EA2FEEC3DC17}"/>
              </a:ext>
            </a:extLst>
          </p:cNvPr>
          <p:cNvSpPr txBox="1"/>
          <p:nvPr/>
        </p:nvSpPr>
        <p:spPr>
          <a:xfrm>
            <a:off x="6354409" y="59234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B70B2491-5BF7-A6A6-4B92-35A4D034CF8D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75BCBB50-EB43-4723-8136-7EAD559E90D4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DAF63E97-844F-3D4A-97D7-463521CCA4FA}"/>
              </a:ext>
            </a:extLst>
          </p:cNvPr>
          <p:cNvSpPr txBox="1"/>
          <p:nvPr/>
        </p:nvSpPr>
        <p:spPr>
          <a:xfrm>
            <a:off x="10943811" y="59122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E8733606-D867-48E4-020E-C8E9F71D611C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9C7649D7-5EEC-A7AD-2EF2-B282C4AF7982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8B5582C2-8DDC-3709-F655-5504F90BF6C8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435B6FF0-BD43-F6EA-DE87-3C06E8A4A825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1A601E34-4F2A-BD23-68B0-E79CB1589F33}"/>
              </a:ext>
            </a:extLst>
          </p:cNvPr>
          <p:cNvSpPr txBox="1"/>
          <p:nvPr/>
        </p:nvSpPr>
        <p:spPr>
          <a:xfrm>
            <a:off x="10011853" y="61338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0EF40F2D-8A74-2BB0-8B9B-E63D80FB7CF4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908E6B13-5258-5A09-CA48-2E8CF979CFDC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04192576-5E39-A054-F19F-A139C11F9697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702D5EF2-CF25-4A79-F647-F41E8F975FB1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0011DDFD-EB2F-DF86-212D-C1F5C6DE7CD7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78128B09-DB18-8A8F-9B11-5B61CA202E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9ADD2680-D80E-4D93-2761-FF7D738C3856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E7789241-B7A8-0A84-8D2A-124A376DBF6C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ED23F761-D9A6-927B-2B90-03CD29CB2244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45A73454-E14E-D249-A864-2C1CA11D69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58AFB752-367C-C516-E1D8-A6B4C0A2E7B8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2C87213C-63DE-D2D1-F46A-3BB9FD770E48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5B185D7B-0EA4-3C7F-2C11-E98D522D3056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2594E9A1-4A33-88A5-9599-A990FB0BA8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F6DCA5CA-2733-F881-9AED-8DE078053A64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9DF9DDA2-46C0-9798-0029-702F3B9B54E5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52E88B88-E304-D3D1-CAF7-92C14778BC39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23EE207A-B31C-7B10-34AC-41441098D3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pic>
        <p:nvPicPr>
          <p:cNvPr id="3" name="Afbeelding 2">
            <a:extLst>
              <a:ext uri="{FF2B5EF4-FFF2-40B4-BE49-F238E27FC236}">
                <a16:creationId xmlns:a16="http://schemas.microsoft.com/office/drawing/2014/main" id="{016C2985-9707-E90E-28CE-068B5762B6E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01075" y="8425543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3568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87D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CA11F-B7F8-9D21-D087-8356F3C3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EBFD4942-F257-2412-CCE2-BE7CBE007225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D8C4C2A5-7D64-0173-4A88-8A81FCBBC891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5AD70E85-28DA-B98C-0A0A-862EC78DF761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0BF13DE4-9E9F-629D-0CAD-216661CB599E}"/>
              </a:ext>
            </a:extLst>
          </p:cNvPr>
          <p:cNvGraphicFramePr>
            <a:graphicFrameLocks/>
          </p:cNvGraphicFramePr>
          <p:nvPr/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C5CDC74E-FE5D-B53D-66B4-8B92A4344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BC73B631-176E-721C-9857-3096B490733A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C9CBA68C-BEE6-80E5-83C3-27838C724C4C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960434E-33F9-909B-20E1-B7BC22D5A4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C6333746-9A5C-1FC1-9EB0-C7DE66AF9CE7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783B4EEB-9095-E7F6-F8D7-1F9B5C7E3FC0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9CCD8D19-E709-2851-9568-4CA68A2F4BFE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B8383FEE-2457-22D6-BA64-BA85F3C40F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27D6CBEE-8B4A-55DC-9BB7-8C6AB15EE7F0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2D7B86BC-3C45-7A4E-1ED6-C821936C5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AEF2F3E-7B39-4921-29AE-5EE5D5C383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78847AE9-DE20-5593-7C5C-A16C74710E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FE5CCF41-B76D-B675-55BE-59C271ED09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9D0E2C54-3880-324E-8204-DF45C9862D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83E09A2A-155F-5B52-9C7E-D0BAF9898E82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6B81B641-4151-1032-47EA-208FA8330741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9645E0A1-DBA5-7448-3B75-CC9CC32236DE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CC8847AA-371C-C427-7C96-9A4E26B0735A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2F39258D-2489-6403-45BC-D4329D4231E3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2C3B5AE-D3F3-817D-58AA-7E2E42214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64E04F10-59E4-E568-47D6-398840650103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4A6864D9-6213-02D8-DCF2-3AF6A14946F3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07E6F31A-720B-BE2A-FE06-5F775A3C8069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354513C8-1100-5D6D-4396-6D0522CAD5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E9BFB440-2DDA-5210-3C81-41CB62E7C40E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7E658E67-4A04-7771-711D-B8FE34A32954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6158125E-DBA7-21D4-26DC-32770616F70D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26F16434-74BE-5100-D576-700C4E86D1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C67CC069-5D80-A253-F621-22C5A0863F94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B570A72A-0CB9-2A7E-11B8-AC4D33C6F8C3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E610E620-2F1F-749F-7A8E-8139EAEA3D6A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DF1ECBFE-7780-91CC-9837-5E16FDDCC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2D04587C-8C0F-C9CF-B8C2-5265CC5542FF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C2A2B45B-CB7A-76D0-727F-55438C546F5F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8E789F70-A1E5-82B7-10BF-689DD104C0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1415B5F8-480E-9F8F-FBBC-67CFDF472B3C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EC4AC127-01F2-471E-1513-286116C84319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151DF7E7-CC4E-0F90-2258-DED478BE1D95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61F8AF76-B894-5D24-AA1F-38C67C51EA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06C604FD-EE04-4305-0D9C-84B026C9EA82}"/>
              </a:ext>
            </a:extLst>
          </p:cNvPr>
          <p:cNvGraphicFramePr>
            <a:graphicFrameLocks/>
          </p:cNvGraphicFramePr>
          <p:nvPr/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B4B25237-8F6D-9325-BF32-0A67F059A0DD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8C7CF577-FF49-1394-B375-3A84B882C41B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853955C7-E9FF-7EF3-1F72-3EE84DD290CF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5605CF08-5B92-5321-A436-0CC836070862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B777571A-74B0-F3AB-1594-DBD2B5A046ED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5416B200-FEC3-DA0B-00C5-D1AD48BFD179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0DBD854B-58BB-F2FE-BD29-15953F494D9D}"/>
              </a:ext>
            </a:extLst>
          </p:cNvPr>
          <p:cNvGraphicFramePr>
            <a:graphicFrameLocks/>
          </p:cNvGraphicFramePr>
          <p:nvPr/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AAC30155-F3CF-A98D-984E-8AE9B2B64575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F4359011-B670-1B24-A63C-EE824E2B53EA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EA5AA709-10A7-80CB-6DD3-3A31DAEA5EF0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C624C7AB-6D4C-44D3-3A4F-46AD12573AAE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1A367888-A510-8E46-C02D-89FC5597BE6A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F7C8EC71-F562-E4B1-D0F9-11BF4D4B55C9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6326104A-A06D-DF03-3DBE-236315989A04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3ED45277-A19D-2D4B-3AEB-CCD84EBDAD36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06506649-F405-4E56-1511-4B66D9F30DD4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361D7005-11BD-C75A-D9FD-BDB0502D6F4D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014835D2-E3E4-F15C-0F94-854A548DCC31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008863BE-888F-21A1-3FF1-59AE334CFCEC}"/>
              </a:ext>
            </a:extLst>
          </p:cNvPr>
          <p:cNvGraphicFramePr>
            <a:graphicFrameLocks/>
          </p:cNvGraphicFramePr>
          <p:nvPr/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D7370305-4981-253D-5C59-4AA671BE2B01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9CCC1675-7DB6-3A0D-C0C6-84DCE12F6CDE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DC4F3135-BC2F-AD48-237F-267703285C0F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6FE028BE-69A2-06A8-D36B-F21B88C38B6F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2349AFEE-2A87-11F3-77A2-4D893082C02B}"/>
              </a:ext>
            </a:extLst>
          </p:cNvPr>
          <p:cNvSpPr txBox="1"/>
          <p:nvPr/>
        </p:nvSpPr>
        <p:spPr>
          <a:xfrm>
            <a:off x="6354409" y="59234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DC2D6D8D-A8DD-795B-85B6-CCE97ECEE376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1408756B-AF9C-8E80-FDC7-8A7D7117F189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38AE4076-06DE-0F96-A9A8-1C12EBBDCD80}"/>
              </a:ext>
            </a:extLst>
          </p:cNvPr>
          <p:cNvSpPr txBox="1"/>
          <p:nvPr/>
        </p:nvSpPr>
        <p:spPr>
          <a:xfrm>
            <a:off x="10943811" y="59122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0A0524A8-FE66-9F34-48E3-03ABAD6CEAA5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0DD88984-5A0D-BA58-12BE-B2AE815D960F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F9BA6824-6216-F911-4FFE-4519F8EE6228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E3D1B5C1-6E12-F1C4-9B48-6597CB1735CD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6C2FDEBF-736F-A7AE-846C-E0F8F9F50904}"/>
              </a:ext>
            </a:extLst>
          </p:cNvPr>
          <p:cNvSpPr txBox="1"/>
          <p:nvPr/>
        </p:nvSpPr>
        <p:spPr>
          <a:xfrm>
            <a:off x="10011853" y="61338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972BA1ED-2986-FEB3-C026-ACE1C65A6FDC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F41C8971-C706-C0AF-56B1-3DE660A63D84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E971D05F-1771-1EF4-ACF6-390B237FF361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CBE5C6E4-C399-3A99-3864-860C6499040D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6A965870-57BE-9BB8-B0A8-831CEAA783D3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7D912CBC-0B05-E64E-CFD4-95B048388F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507EEE46-FE3D-7F12-7E99-7F2680A9B596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30FAC828-1D16-1FDD-0948-D234910AC98F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9504F88A-8EE8-465E-2923-D733ED873752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290ABE10-4164-4A8C-E335-5FF980616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CD8D581D-D0F7-8651-8774-6BF6C7A48E62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19355F7A-B21F-F95C-CF03-5AF6FDE36CA5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AC7ADCD7-0242-4DFE-F1EA-59D95551CDA5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EF379FAE-9AD5-9B58-E4FC-558376C98A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A0E65EAF-FA5A-46FA-65F0-01DB1EF52004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4E343A90-D697-AF76-63D8-807EA1C013E7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C8B49989-F195-DDDE-7E35-6624744A9F78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D13630F4-9769-F952-0EDF-EEE9F197F4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pic>
        <p:nvPicPr>
          <p:cNvPr id="3" name="Afbeelding 2">
            <a:extLst>
              <a:ext uri="{FF2B5EF4-FFF2-40B4-BE49-F238E27FC236}">
                <a16:creationId xmlns:a16="http://schemas.microsoft.com/office/drawing/2014/main" id="{425C445B-BEF0-F2B1-DD2C-3D471F963A5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773" y="7615315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54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87D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AE479-A98A-1717-63F7-D3445D20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Afbeelding 19">
            <a:extLst>
              <a:ext uri="{FF2B5EF4-FFF2-40B4-BE49-F238E27FC236}">
                <a16:creationId xmlns:a16="http://schemas.microsoft.com/office/drawing/2014/main" id="{8208E3DE-1178-7430-96E0-19B829677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0" y="639993"/>
            <a:ext cx="11107700" cy="65350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39A01B0-4D4A-E48A-8966-0B4AC4BCF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17964CEE-A1EE-FECF-B68D-CBA53AC3D9A2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AB782E14-1BBA-92E9-EFCB-8F638B080DA1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ED60538-4195-5BA4-E63B-81C9611F23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0EA91E15-7FC9-AE61-35EC-A8DDEDB0A571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92C761C6-C51E-69B1-8D0B-1F74B1E9737E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F9887838-C61C-55C7-F13D-2A4176D2C38B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B55AD4C1-6EF7-C2B1-41C6-7267A0086A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6F622A96-426B-0696-8462-FB2FA1BE9D03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B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3E6E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Type </a:t>
                </a:r>
                <a:r>
                  <a:rPr kumimoji="0" lang="nl-B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E3E6E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your</a:t>
                </a:r>
                <a:r>
                  <a:rPr kumimoji="0" lang="nl-B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3E6E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E376B652-232D-E9CA-0D2A-7828EE9A3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2F115CD7-0504-25FB-F986-C6A54FEC42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F165C05F-8B21-191E-6858-F9C561B47F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BA1D985D-2494-460E-DD58-C617D2E002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4CCD4C12-6935-3F3B-5505-8CB2FF847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A5F02059-5635-2CE9-F18B-C3D44AA83F35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APP NAME</a:t>
              </a:r>
            </a:p>
          </p:txBody>
        </p:sp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1C368342-865C-89FC-9D15-76F47133254F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633F9330-5808-33D1-1293-DFF6D7254BD2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B9D87FCC-2508-0912-4421-B514CAC08B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2" action="ppaction://hlinksldjump"/>
            <a:extLst>
              <a:ext uri="{FF2B5EF4-FFF2-40B4-BE49-F238E27FC236}">
                <a16:creationId xmlns:a16="http://schemas.microsoft.com/office/drawing/2014/main" id="{6C0895F2-A575-BAB6-B0AA-D4F2D5931309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55C2CBF0-BDDE-A461-C0DF-6BD4BFE346DE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65A934CF-1E45-F9BD-0820-299595281CB8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FB6749FC-7952-C49B-7A1B-5C1011C6E3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pic>
        <p:nvPicPr>
          <p:cNvPr id="3" name="Afbeelding 2">
            <a:extLst>
              <a:ext uri="{FF2B5EF4-FFF2-40B4-BE49-F238E27FC236}">
                <a16:creationId xmlns:a16="http://schemas.microsoft.com/office/drawing/2014/main" id="{A037B0BF-27B5-79AF-1AA7-48A7CE80A5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773" y="7615315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5758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87D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68F49-DECB-4649-AA4E-41285B85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Afbeelding 19">
            <a:extLst>
              <a:ext uri="{FF2B5EF4-FFF2-40B4-BE49-F238E27FC236}">
                <a16:creationId xmlns:a16="http://schemas.microsoft.com/office/drawing/2014/main" id="{B9D2AC7A-3C7F-16F5-81C6-E28FA8D7E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0" y="47140"/>
            <a:ext cx="11107700" cy="653506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8378642-4F65-3ACF-FE95-9B50D380B5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C313C744-E3A2-7B64-25B1-0288E06DDA25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1886087F-50AC-4F81-D71B-B234247B1B64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11F8918-FE34-E41F-0E9D-3BA84426D9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70D1E225-620F-8CF4-0DD1-B984983677E8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A45D8A36-E911-D282-D2EC-1810FA80666D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1102C5F8-4796-D0F6-69B3-DCD840CD8AE6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0C07FACA-5624-166E-BF2B-3838D580B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DAA248C6-97C1-AEF9-ED24-CF4727F51DBF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B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3E6E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Type </a:t>
                </a:r>
                <a:r>
                  <a:rPr kumimoji="0" lang="nl-BE" sz="1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E3E6E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your</a:t>
                </a:r>
                <a:r>
                  <a:rPr kumimoji="0" lang="nl-BE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3E6EE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E3D5D6BD-EB2F-5F49-2428-3FBCE18A2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440540FA-0F2B-CE72-6027-33687C6C7B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28D53383-EFBD-13D6-04E3-650BC513DB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F70DCA5-036F-6A22-0602-6C84E8BD4E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8102F1C9-FD8C-C262-12BA-5599746095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40CC84AA-97A3-9527-4C46-65E2F95874DB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APP NAME</a:t>
              </a:r>
            </a:p>
          </p:txBody>
        </p:sp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D56375D4-B130-4CC1-BBE2-2BE124EAD59A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C1122225-1155-21BC-9BFB-D0928A2D0E70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B6A4B903-C3F4-92EA-6259-29290DA4CD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2" action="ppaction://hlinksldjump"/>
            <a:extLst>
              <a:ext uri="{FF2B5EF4-FFF2-40B4-BE49-F238E27FC236}">
                <a16:creationId xmlns:a16="http://schemas.microsoft.com/office/drawing/2014/main" id="{8C2A3D6B-102C-75BF-ABE5-31422A8DCF28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4B511EE3-2389-323F-AD7D-28B4875435FC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B3799ED5-9559-F0D1-E846-94E440BB5FEA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99508EEA-7C1C-1D4D-8B85-BB1EAF4C0D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pic>
        <p:nvPicPr>
          <p:cNvPr id="3" name="Afbeelding 2">
            <a:extLst>
              <a:ext uri="{FF2B5EF4-FFF2-40B4-BE49-F238E27FC236}">
                <a16:creationId xmlns:a16="http://schemas.microsoft.com/office/drawing/2014/main" id="{AA46425D-81BD-4C4D-79C5-97CB2054CC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773" y="7615315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2279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552A16-F1A0-DD3C-541B-B1EF7B0C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60446418-7DB4-6223-ADF0-2DE95750B5E5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D38E630E-026D-71F1-F506-E7A2A08DE011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188DF62B-2DC0-6F47-2FBC-6A0BAE6CD5E5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401A8FB1-E908-9C4B-A78C-3F996DBD1D72}"/>
              </a:ext>
            </a:extLst>
          </p:cNvPr>
          <p:cNvGraphicFramePr>
            <a:graphicFrameLocks/>
          </p:cNvGraphicFramePr>
          <p:nvPr/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3B59B31E-6554-7C6D-C579-C4BD980940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F2AF2FCF-2041-E7AE-68C9-2AAE668FE948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5F2BFE00-618B-AA54-B523-955D96AB58B7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717817C-B310-94B1-1563-B5498F3CF4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77872" y="-1042809"/>
              <a:ext cx="248400" cy="2484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A1DCC50B-D9C7-8E1D-0D7E-BDAE2925E390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3E13C087-8D70-E188-66B3-FB8EAEBBC2A0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6617E886-2036-EE50-B9F1-03E0BC04ACB2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4EF5E5D7-B1AA-81B4-2FBA-2C469B92F0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92544154-5FB1-E848-8EB6-315FED03E568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27A5B123-622B-B553-39A9-29CCCAEFF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BF4844E8-C64A-7846-E7D0-D5DCB7415D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16595" y="-1042809"/>
              <a:ext cx="248400" cy="2484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696EC9A-917B-0599-2CD4-CE798A84D7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95486" y="-1042809"/>
              <a:ext cx="248400" cy="2484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E375E152-8108-3F4C-9483-49EDAD2FDB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851322" y="-1042809"/>
              <a:ext cx="248400" cy="2484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5F4BDFF6-7529-DBEA-D88C-E8D085B9BC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950986" y="-1042809"/>
              <a:ext cx="248400" cy="2484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ACB960C6-9237-9A93-8ADF-145ABC61B665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9DB3107E-BF6B-BAAD-9B8A-32BB1B8F7384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59C7A91F-F1D0-8DFE-B1ED-85591A25F1DD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2C34FBEF-21EC-9276-6F41-4161231D9145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723BE00F-234B-39F3-5A00-EF11DDB0875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3CDD1F4-1B7F-7978-0532-82CD669BEF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B9EFECC3-A3BD-C616-7C91-656BFC6600FA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00E9A4CB-1E1C-E126-1631-36256B67F711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BB656874-6CF0-5844-6719-46EDC833E16C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044F6D9F-3DCC-D740-0906-927DDCDB41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36414F57-EB50-A56A-D537-6C56E021B1F9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7BE5F10C-9B04-8163-24EA-B6815EB3511D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CBFC918C-6AC0-DEE6-EB72-0A8E886057A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F3970495-2AB8-B4BA-ECF4-8CFD288807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F6A5F68F-3F7C-61A9-152A-5CD462D4E661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533CF194-8768-E96A-93A1-1EA2C50793D0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5BA04C1F-1AEB-5F2D-151F-5FFE0F47DCD8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F3352998-1086-6C72-30FF-2046CC6BF4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B299B08F-AE68-3FD1-FED6-926606D8A2E3}"/>
              </a:ext>
            </a:extLst>
          </p:cNvPr>
          <p:cNvSpPr txBox="1"/>
          <p:nvPr/>
        </p:nvSpPr>
        <p:spPr>
          <a:xfrm>
            <a:off x="-75172" y="10951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DFFE328A-3B8B-3FC2-E104-92F32B23C538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A62E2C18-9C12-6C37-6983-D1A0FE2D6C9D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391E8C34-DA85-A679-64F6-36D3D2FEE4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16B7D427-7C4D-ED56-91CA-18F9353B6AC1}"/>
              </a:ext>
            </a:extLst>
          </p:cNvPr>
          <p:cNvGraphicFramePr>
            <a:graphicFrameLocks/>
          </p:cNvGraphicFramePr>
          <p:nvPr/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6BF8B8DC-F572-2EF1-B184-95C722C2DC8F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D65A59DA-4EB8-97A3-A883-D27BD1ECEF93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BA44A0B8-59E5-46F5-8979-05A875CF5CD0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CD442557-C673-A3D3-2BE8-CA26954138F2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E6D8D96B-A23D-C7A1-1A45-450704AB1687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D9910AA8-8A52-FA98-3754-6BB60980F2EE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28AC4109-9CEF-716B-713C-B8978E9BE0A1}"/>
              </a:ext>
            </a:extLst>
          </p:cNvPr>
          <p:cNvGraphicFramePr>
            <a:graphicFrameLocks/>
          </p:cNvGraphicFramePr>
          <p:nvPr/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998A8B3D-242F-D7F2-3C1C-5DDA98BCA448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CEA24267-87BE-F290-A7C5-04D9412AFADC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04D73C94-9183-C709-60BD-C5823BFFBB58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F93FE73A-765C-53C8-B785-FFEEC1A3B886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AA7A98A6-7864-E5F5-F4AE-079527A971F9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ED562E2F-9569-3F2C-6AC3-40A13D1A9B70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A2317098-93F7-822F-A9F1-A771197D99B8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BD21BC5F-238E-D1FA-B3C7-B3E6B9BFCB13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B9E8C200-3F1B-92A4-E326-04218E0F8250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F5F61535-89AB-4C25-8C83-5DF105684757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4C384CB6-059C-5734-97DC-857DF990C97D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4BA89C2D-BE59-3642-0B06-BC71CB0A773D}"/>
              </a:ext>
            </a:extLst>
          </p:cNvPr>
          <p:cNvGraphicFramePr>
            <a:graphicFrameLocks/>
          </p:cNvGraphicFramePr>
          <p:nvPr/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203430CB-586B-4C6F-C181-1047D8A5FC2F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2EDF59A6-BA85-FF45-C154-F15F59761E5F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03A54D5E-60FE-90ED-73D1-8B7441019391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4622E2AC-B166-92DF-5CB4-3DB7C04DF70B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C908DB45-98F7-4A72-4FBA-24B139C19C80}"/>
              </a:ext>
            </a:extLst>
          </p:cNvPr>
          <p:cNvSpPr txBox="1"/>
          <p:nvPr/>
        </p:nvSpPr>
        <p:spPr>
          <a:xfrm>
            <a:off x="6354409" y="59234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66790502-FD33-6923-5F04-B0CC5FCAB19A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4936EABC-56AC-B161-8A1B-0893F6DF6074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8AE5531C-1609-C642-D2D8-E787924C57AE}"/>
              </a:ext>
            </a:extLst>
          </p:cNvPr>
          <p:cNvSpPr txBox="1"/>
          <p:nvPr/>
        </p:nvSpPr>
        <p:spPr>
          <a:xfrm>
            <a:off x="10943811" y="59122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8C83B039-5552-9522-D5F5-77246CB37318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68B4D0A7-AD04-C439-2EFB-A1DABD918F7B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CEC407C5-45E6-B61D-1B00-09529B85CC2B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8DEDA9F4-FC68-FF2D-C27B-3262A6677EB9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E1AEED2E-D15C-DE11-1F47-A732E23E98B3}"/>
              </a:ext>
            </a:extLst>
          </p:cNvPr>
          <p:cNvSpPr txBox="1"/>
          <p:nvPr/>
        </p:nvSpPr>
        <p:spPr>
          <a:xfrm>
            <a:off x="10011853" y="61338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86A98ED5-5120-9323-5B30-DAFB80B80B0E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13B81C41-E06D-A172-B88A-1A557955BF6E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EDE97D1A-B1F4-88F5-8B31-5E092A37EDCD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6FD4B473-5083-3B21-4A71-42BFD657C435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31BFDF72-D02D-88E4-A455-915897F3E8E3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561D7964-5025-4F03-CC54-EE185128C9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DEFDFB14-A2CF-3CA2-E22E-05ED0ADE386F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1F136381-80F5-2165-7751-49031CD605E6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58B29F48-B79D-2CD3-E234-C4B6211395DE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167E51F0-1778-7782-7981-1A7311F2D4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637AB1D2-C707-B72D-AA35-0CAB15D5CCEA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1026A5E9-D7A1-77FF-065E-204420173479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EA7DFE34-3709-031F-7A65-CE167DE9E700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B505E546-2222-0711-D36E-EC9FDB8FB6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8F0B1C7E-C389-A97D-2923-4AA86497A00A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4DB10BA0-1182-E815-D38F-5F755E2089B1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0227ED81-1719-517A-F256-9A903BC28CC4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4D0B8203-3D80-25E6-F8B1-D249ECAB4D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52" name="Groep 51">
            <a:extLst>
              <a:ext uri="{FF2B5EF4-FFF2-40B4-BE49-F238E27FC236}">
                <a16:creationId xmlns:a16="http://schemas.microsoft.com/office/drawing/2014/main" id="{BCA47625-07D2-F964-238E-AC4A4E16F0C6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4" name="Rechthoek: afgeronde hoeken 53">
              <a:extLst>
                <a:ext uri="{FF2B5EF4-FFF2-40B4-BE49-F238E27FC236}">
                  <a16:creationId xmlns:a16="http://schemas.microsoft.com/office/drawing/2014/main" id="{B69132FC-620D-4A7F-B890-BAC607CC7394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C9991061-6B69-BA16-D30D-8EF0CB2D97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2605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3">
            <a:extLst>
              <a:ext uri="{FF2B5EF4-FFF2-40B4-BE49-F238E27FC236}">
                <a16:creationId xmlns:a16="http://schemas.microsoft.com/office/drawing/2014/main" id="{90BD3169-9B99-FA11-CDEE-C0BC60D0BCE4}"/>
              </a:ext>
            </a:extLst>
          </p:cNvPr>
          <p:cNvSpPr/>
          <p:nvPr/>
        </p:nvSpPr>
        <p:spPr>
          <a:xfrm>
            <a:off x="0" y="1263075"/>
            <a:ext cx="12192000" cy="419100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>
                <a:latin typeface="Poppins SemiBold" panose="00000700000000000000" pitchFamily="2" charset="0"/>
                <a:cs typeface="Poppins SemiBold" panose="00000700000000000000" pitchFamily="2" charset="0"/>
              </a:rPr>
              <a:t>55px = 1.16cm</a:t>
            </a:r>
          </a:p>
        </p:txBody>
      </p:sp>
      <p:sp>
        <p:nvSpPr>
          <p:cNvPr id="23" name="Rechthoek 3">
            <a:extLst>
              <a:ext uri="{FF2B5EF4-FFF2-40B4-BE49-F238E27FC236}">
                <a16:creationId xmlns:a16="http://schemas.microsoft.com/office/drawing/2014/main" id="{6F61FE78-5009-F6FF-0A0B-59264254E120}"/>
              </a:ext>
            </a:extLst>
          </p:cNvPr>
          <p:cNvSpPr/>
          <p:nvPr/>
        </p:nvSpPr>
        <p:spPr>
          <a:xfrm>
            <a:off x="0" y="640915"/>
            <a:ext cx="12192000" cy="457200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>
                <a:latin typeface="Poppins SemiBold" panose="00000700000000000000" pitchFamily="2" charset="0"/>
                <a:cs typeface="Poppins SemiBold" panose="00000700000000000000" pitchFamily="2" charset="0"/>
              </a:rPr>
              <a:t>60px = 1.27cm</a:t>
            </a:r>
          </a:p>
        </p:txBody>
      </p:sp>
      <p:sp>
        <p:nvSpPr>
          <p:cNvPr id="24" name="Rechthoek 3">
            <a:extLst>
              <a:ext uri="{FF2B5EF4-FFF2-40B4-BE49-F238E27FC236}">
                <a16:creationId xmlns:a16="http://schemas.microsoft.com/office/drawing/2014/main" id="{8BC71BFB-8289-0F01-1F72-4179F3B7B7C2}"/>
              </a:ext>
            </a:extLst>
          </p:cNvPr>
          <p:cNvSpPr/>
          <p:nvPr/>
        </p:nvSpPr>
        <p:spPr>
          <a:xfrm>
            <a:off x="0" y="1847135"/>
            <a:ext cx="12192000" cy="381000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>
                <a:latin typeface="Poppins SemiBold" panose="00000700000000000000" pitchFamily="2" charset="0"/>
                <a:cs typeface="Poppins SemiBold" panose="00000700000000000000" pitchFamily="2" charset="0"/>
              </a:rPr>
              <a:t>50px = 1.06cm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9020131-F455-FA0A-0306-1807A81E6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5651" y="640915"/>
            <a:ext cx="457200" cy="457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C4027F9-90A3-38D6-5F77-63D720CA94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4701" y="1263075"/>
            <a:ext cx="419100" cy="419100"/>
          </a:xfrm>
          <a:prstGeom prst="rect">
            <a:avLst/>
          </a:prstGeom>
        </p:spPr>
      </p:pic>
      <p:sp>
        <p:nvSpPr>
          <p:cNvPr id="28" name="Tekstvak 40">
            <a:extLst>
              <a:ext uri="{FF2B5EF4-FFF2-40B4-BE49-F238E27FC236}">
                <a16:creationId xmlns:a16="http://schemas.microsoft.com/office/drawing/2014/main" id="{AD10EDDE-18DB-60E9-07AC-C9143E8BFD10}"/>
              </a:ext>
            </a:extLst>
          </p:cNvPr>
          <p:cNvSpPr txBox="1"/>
          <p:nvPr/>
        </p:nvSpPr>
        <p:spPr>
          <a:xfrm>
            <a:off x="0" y="32327"/>
            <a:ext cx="2592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C</a:t>
            </a:r>
            <a:r>
              <a:rPr lang="nl-BE" b="1" err="1">
                <a:latin typeface="Poppins" panose="00000500000000000000" pitchFamily="2" charset="0"/>
                <a:cs typeface="Poppins" panose="00000500000000000000" pitchFamily="2" charset="0"/>
              </a:rPr>
              <a:t>omponent</a:t>
            </a:r>
            <a:r>
              <a:rPr lang="nl-BE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BE" b="1" err="1">
                <a:latin typeface="Poppins" panose="00000500000000000000" pitchFamily="2" charset="0"/>
                <a:cs typeface="Poppins" panose="00000500000000000000" pitchFamily="2" charset="0"/>
              </a:rPr>
              <a:t>scalling</a:t>
            </a:r>
            <a:endParaRPr lang="nl-BE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D5C17D7-6B54-91F5-50C0-A3700C6BA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7044" y="1847135"/>
            <a:ext cx="381000" cy="381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4E212CEC-DEB4-FD96-79F9-38892F2BA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0306" y="686635"/>
            <a:ext cx="365760" cy="36576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155B705-C6DB-6C2E-E2CB-1B9EE542A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5838" y="663775"/>
            <a:ext cx="411480" cy="41148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8F8A608-8005-CF9A-AA83-519902B6A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0786" y="1880379"/>
            <a:ext cx="304800" cy="304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4CA2DEE-0134-6E9C-7163-7A983F3207FA}"/>
              </a:ext>
            </a:extLst>
          </p:cNvPr>
          <p:cNvSpPr txBox="1"/>
          <p:nvPr/>
        </p:nvSpPr>
        <p:spPr>
          <a:xfrm>
            <a:off x="5414662" y="2485095"/>
            <a:ext cx="1773382" cy="369332"/>
          </a:xfrm>
          <a:prstGeom prst="rect">
            <a:avLst/>
          </a:prstGeom>
          <a:noFill/>
          <a:ln w="12700">
            <a:solidFill>
              <a:srgbClr val="00173A"/>
            </a:solidFill>
          </a:ln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err="1"/>
              <a:t>px</a:t>
            </a:r>
            <a:r>
              <a:rPr lang="en-US"/>
              <a:t> icon = </a:t>
            </a:r>
            <a:r>
              <a:rPr lang="en-US" err="1"/>
              <a:t>px</a:t>
            </a:r>
            <a:r>
              <a:rPr lang="en-US"/>
              <a:t> bar</a:t>
            </a:r>
            <a:endParaRPr lang="nl-B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4BE86C-705A-FDCF-EC2F-F3EA406D487C}"/>
              </a:ext>
            </a:extLst>
          </p:cNvPr>
          <p:cNvSpPr txBox="1"/>
          <p:nvPr/>
        </p:nvSpPr>
        <p:spPr>
          <a:xfrm>
            <a:off x="5626561" y="2865658"/>
            <a:ext cx="2260757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err="1"/>
              <a:t>px</a:t>
            </a:r>
            <a:r>
              <a:rPr lang="en-US"/>
              <a:t> icon = 90% </a:t>
            </a:r>
            <a:r>
              <a:rPr lang="en-US" err="1"/>
              <a:t>px</a:t>
            </a:r>
            <a:r>
              <a:rPr lang="en-US"/>
              <a:t> bar</a:t>
            </a:r>
            <a:endParaRPr lang="nl-B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9ED063-3AC0-7FE1-BA16-D97280FA6C2C}"/>
              </a:ext>
            </a:extLst>
          </p:cNvPr>
          <p:cNvSpPr txBox="1"/>
          <p:nvPr/>
        </p:nvSpPr>
        <p:spPr>
          <a:xfrm>
            <a:off x="6225309" y="3208737"/>
            <a:ext cx="2260757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err="1"/>
              <a:t>px</a:t>
            </a:r>
            <a:r>
              <a:rPr lang="en-US"/>
              <a:t> icon = 80% </a:t>
            </a:r>
            <a:r>
              <a:rPr lang="en-US" err="1"/>
              <a:t>px</a:t>
            </a:r>
            <a:r>
              <a:rPr lang="en-US"/>
              <a:t> bar</a:t>
            </a:r>
            <a:endParaRPr lang="nl-BE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2ECAB8D-A490-326A-8147-3525BB0EBF59}"/>
              </a:ext>
            </a:extLst>
          </p:cNvPr>
          <p:cNvCxnSpPr/>
          <p:nvPr/>
        </p:nvCxnSpPr>
        <p:spPr>
          <a:xfrm flipV="1">
            <a:off x="8303186" y="2245395"/>
            <a:ext cx="0" cy="99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8187D3-DD94-6052-C683-ED461926605F}"/>
              </a:ext>
            </a:extLst>
          </p:cNvPr>
          <p:cNvCxnSpPr/>
          <p:nvPr/>
        </p:nvCxnSpPr>
        <p:spPr>
          <a:xfrm flipV="1">
            <a:off x="7681578" y="2225646"/>
            <a:ext cx="0" cy="628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CC73072-5574-EE34-79F7-1AB9D330B724}"/>
              </a:ext>
            </a:extLst>
          </p:cNvPr>
          <p:cNvCxnSpPr>
            <a:cxnSpLocks/>
          </p:cNvCxnSpPr>
          <p:nvPr/>
        </p:nvCxnSpPr>
        <p:spPr>
          <a:xfrm flipV="1">
            <a:off x="6997544" y="2239562"/>
            <a:ext cx="0" cy="314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8118D5E2-2436-B48E-5E86-D0E65A641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2983" y="1842339"/>
            <a:ext cx="381000" cy="381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7DF4824-09F4-D74D-8872-F7F3A31C0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35546" y="1307735"/>
            <a:ext cx="335280" cy="33528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2912251A-505D-84B1-0219-E0B902765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2983" y="1280690"/>
            <a:ext cx="377190" cy="37719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BBD1260-CC5A-3699-526C-947E1566444A}"/>
              </a:ext>
            </a:extLst>
          </p:cNvPr>
          <p:cNvSpPr txBox="1"/>
          <p:nvPr/>
        </p:nvSpPr>
        <p:spPr>
          <a:xfrm>
            <a:off x="0" y="4093427"/>
            <a:ext cx="6096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Main Title [H1] -&gt; Size: 28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>
                <a:latin typeface="Poppins" panose="00000500000000000000" pitchFamily="2" charset="0"/>
                <a:cs typeface="Poppins" panose="00000500000000000000" pitchFamily="2" charset="0"/>
              </a:rPr>
              <a:t>Section [H2] -&gt; Size: 24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Title [H3] -&gt; Size: 20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Subtitle [H4] -&gt; Size: 18</a:t>
            </a:r>
          </a:p>
          <a:p>
            <a:r>
              <a:rPr lang="en-US" sz="1600">
                <a:latin typeface="Poppins" panose="00000500000000000000" pitchFamily="2" charset="0"/>
                <a:cs typeface="Poppins" panose="00000500000000000000" pitchFamily="2" charset="0"/>
              </a:rPr>
              <a:t>Larger Text [H5] -&gt; Size: 16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Large Text [H6] -&gt; Size: 14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>
                <a:latin typeface="Poppins" panose="00000500000000000000" pitchFamily="2" charset="0"/>
                <a:cs typeface="Poppins" panose="00000500000000000000" pitchFamily="2" charset="0"/>
              </a:rPr>
              <a:t>Regular text -&gt; Size: 12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4101BE-56B4-FF03-50B9-55FF42951259}"/>
              </a:ext>
            </a:extLst>
          </p:cNvPr>
          <p:cNvSpPr txBox="1"/>
          <p:nvPr/>
        </p:nvSpPr>
        <p:spPr>
          <a:xfrm>
            <a:off x="6096001" y="4047707"/>
            <a:ext cx="60959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Main Title [H1] -&gt; Size: 28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400" b="1">
                <a:latin typeface="Poppins" panose="00000500000000000000" pitchFamily="2" charset="0"/>
                <a:cs typeface="Poppins" panose="00000500000000000000" pitchFamily="2" charset="0"/>
              </a:rPr>
              <a:t>Section [H2] -&gt; Size: 24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>
                <a:latin typeface="Poppins" panose="00000500000000000000" pitchFamily="2" charset="0"/>
                <a:cs typeface="Poppins" panose="00000500000000000000" pitchFamily="2" charset="0"/>
              </a:rPr>
              <a:t>Title [H3] -&gt; Size: 20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Subtitle [H4] -&gt; Size: 18</a:t>
            </a:r>
          </a:p>
          <a:p>
            <a:r>
              <a:rPr lang="en-US" sz="1600" b="1">
                <a:latin typeface="Poppins" panose="00000500000000000000" pitchFamily="2" charset="0"/>
                <a:cs typeface="Poppins" panose="00000500000000000000" pitchFamily="2" charset="0"/>
              </a:rPr>
              <a:t>Larger Text [H5] -&gt; Size: 16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400" b="1">
                <a:latin typeface="Poppins" panose="00000500000000000000" pitchFamily="2" charset="0"/>
                <a:cs typeface="Poppins" panose="00000500000000000000" pitchFamily="2" charset="0"/>
              </a:rPr>
              <a:t>Large Text [H6] -&gt; Size: 14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 b="1">
                <a:latin typeface="Poppins" panose="00000500000000000000" pitchFamily="2" charset="0"/>
                <a:cs typeface="Poppins" panose="00000500000000000000" pitchFamily="2" charset="0"/>
              </a:rPr>
              <a:t>Regular text -&gt; Size: 12</a:t>
            </a:r>
            <a:endParaRPr lang="nl-BE" sz="12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141CC4-2947-4AA0-C19A-314778081845}"/>
              </a:ext>
            </a:extLst>
          </p:cNvPr>
          <p:cNvSpPr txBox="1"/>
          <p:nvPr/>
        </p:nvSpPr>
        <p:spPr>
          <a:xfrm>
            <a:off x="0" y="2319982"/>
            <a:ext cx="32428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Fonts: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primary: Poppins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Fallback: Segoe UI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Fallback: Roboto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Fallback: ?</a:t>
            </a:r>
          </a:p>
          <a:p>
            <a:pPr marL="285750" indent="-285750">
              <a:buFontTx/>
              <a:buChar char="-"/>
            </a:pP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Segoe UI" panose="020B0502040204020203" pitchFamily="34" charset="0"/>
              </a:rPr>
              <a:t>Fallback: ?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endParaRPr lang="nl-B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A5FA3F-89D5-6C22-D77B-7A1105EEAE66}"/>
              </a:ext>
            </a:extLst>
          </p:cNvPr>
          <p:cNvSpPr txBox="1"/>
          <p:nvPr/>
        </p:nvSpPr>
        <p:spPr>
          <a:xfrm>
            <a:off x="-8039864" y="-2018116"/>
            <a:ext cx="7938263" cy="1061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3"/>
              </a:rPr>
              <a:t>CSS relative lengths</a:t>
            </a:r>
            <a:br>
              <a:rPr lang="en-US"/>
            </a:br>
            <a:endParaRPr lang="en-US"/>
          </a:p>
          <a:p>
            <a:r>
              <a:rPr lang="en-US"/>
              <a:t>Specifies length/size based on other sizes</a:t>
            </a:r>
            <a:br>
              <a:rPr lang="en-US"/>
            </a:b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Element</a:t>
            </a:r>
          </a:p>
          <a:p>
            <a:r>
              <a:rPr lang="en-US" err="1"/>
              <a:t>em</a:t>
            </a:r>
            <a:r>
              <a:rPr lang="en-US"/>
              <a:t>: relative to font size of current element (2em = 2 * current </a:t>
            </a:r>
            <a:r>
              <a:rPr lang="en-US" err="1"/>
              <a:t>fontsize</a:t>
            </a:r>
            <a:r>
              <a:rPr lang="en-US"/>
              <a:t>)</a:t>
            </a:r>
          </a:p>
          <a:p>
            <a:r>
              <a:rPr lang="en-US"/>
              <a:t>Rem = relative to font size of root element</a:t>
            </a:r>
          </a:p>
          <a:p>
            <a:r>
              <a:rPr lang="en-US"/>
              <a:t>% = relative to parent element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Viewport </a:t>
            </a:r>
          </a:p>
          <a:p>
            <a:br>
              <a:rPr lang="en-US"/>
            </a:br>
            <a:r>
              <a:rPr lang="en-US" err="1"/>
              <a:t>Css</a:t>
            </a:r>
            <a:r>
              <a:rPr lang="en-US"/>
              <a:t> has </a:t>
            </a:r>
            <a:r>
              <a:rPr lang="en-US" err="1"/>
              <a:t>vw</a:t>
            </a:r>
            <a:r>
              <a:rPr lang="en-US"/>
              <a:t> (</a:t>
            </a:r>
            <a:r>
              <a:rPr lang="en-US" err="1"/>
              <a:t>ViewWidth</a:t>
            </a:r>
            <a:r>
              <a:rPr lang="en-US"/>
              <a:t>) and </a:t>
            </a:r>
            <a:r>
              <a:rPr lang="en-US" err="1"/>
              <a:t>vh</a:t>
            </a:r>
            <a:r>
              <a:rPr lang="en-US"/>
              <a:t> (</a:t>
            </a:r>
            <a:r>
              <a:rPr lang="en-US" err="1"/>
              <a:t>ViewHeight</a:t>
            </a:r>
            <a:r>
              <a:rPr lang="en-US"/>
              <a:t>)</a:t>
            </a:r>
          </a:p>
          <a:p>
            <a:r>
              <a:rPr lang="en-US"/>
              <a:t>Using this instead of </a:t>
            </a:r>
            <a:r>
              <a:rPr lang="en-US" err="1"/>
              <a:t>px</a:t>
            </a:r>
            <a:r>
              <a:rPr lang="en-US"/>
              <a:t>, lets the size scale based on the available view.</a:t>
            </a:r>
          </a:p>
          <a:p>
            <a:r>
              <a:rPr lang="en-US"/>
              <a:t>1vw = 1% of visible view width</a:t>
            </a:r>
          </a:p>
          <a:p>
            <a:r>
              <a:rPr lang="en-US"/>
              <a:t>1vh = 1% of visible view height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r>
              <a:rPr lang="en-US"/>
              <a:t>Font-size could be </a:t>
            </a:r>
          </a:p>
          <a:p>
            <a:r>
              <a:rPr lang="en-US"/>
              <a:t>-vma-font-size-h1: min(3vw, 28px);</a:t>
            </a:r>
          </a:p>
          <a:p>
            <a:r>
              <a:rPr lang="en-US"/>
              <a:t>-vma-font-size-h2: min(2,5vw, 24px);</a:t>
            </a:r>
          </a:p>
          <a:p>
            <a:r>
              <a:rPr lang="en-US"/>
              <a:t>…</a:t>
            </a:r>
            <a:r>
              <a:rPr lang="en-US" err="1"/>
              <a:t>etc</a:t>
            </a:r>
            <a:endParaRPr lang="en-US"/>
          </a:p>
          <a:p>
            <a:endParaRPr lang="en-US"/>
          </a:p>
          <a:p>
            <a:r>
              <a:rPr lang="en-US"/>
              <a:t>This lets font size scale up to a specified minimum</a:t>
            </a:r>
          </a:p>
          <a:p>
            <a:endParaRPr lang="en-US"/>
          </a:p>
          <a:p>
            <a:r>
              <a:rPr lang="en-US"/>
              <a:t>Clamp(min, scaling, max) is </a:t>
            </a:r>
            <a:r>
              <a:rPr lang="en-US" err="1"/>
              <a:t>css</a:t>
            </a:r>
            <a:r>
              <a:rPr lang="en-US"/>
              <a:t> function that can set range of growth</a:t>
            </a:r>
          </a:p>
          <a:p>
            <a:r>
              <a:rPr lang="en-US"/>
              <a:t>-vma-font-size-h1: clamp(26px, 3vw, 28px);</a:t>
            </a:r>
          </a:p>
          <a:p>
            <a:r>
              <a:rPr lang="en-US"/>
              <a:t>-vma-font-size-h2: clamp(22px, 2,5vw, 24px);</a:t>
            </a:r>
          </a:p>
          <a:p>
            <a:r>
              <a:rPr lang="en-US"/>
              <a:t>…</a:t>
            </a:r>
            <a:r>
              <a:rPr lang="en-US" err="1"/>
              <a:t>etc</a:t>
            </a:r>
            <a:endParaRPr lang="en-US"/>
          </a:p>
          <a:p>
            <a:endParaRPr lang="en-US"/>
          </a:p>
          <a:p>
            <a:r>
              <a:rPr lang="en-US"/>
              <a:t>This can also be used for other sizes.</a:t>
            </a:r>
          </a:p>
          <a:p>
            <a:endParaRPr lang="en-US"/>
          </a:p>
          <a:p>
            <a:r>
              <a:rPr lang="en-US"/>
              <a:t>For header and icons:</a:t>
            </a:r>
          </a:p>
          <a:p>
            <a:r>
              <a:rPr lang="en-US"/>
              <a:t>Header =&gt; height: 3vw</a:t>
            </a:r>
          </a:p>
          <a:p>
            <a:r>
              <a:rPr lang="en-US"/>
              <a:t>Icon =&gt; height: clamp (80%, 3vw, 100%)</a:t>
            </a:r>
          </a:p>
          <a:p>
            <a:endParaRPr lang="en-US"/>
          </a:p>
          <a:p>
            <a:r>
              <a:rPr lang="en-US"/>
              <a:t>With the above setting the icon will remain maintain same scaling as header</a:t>
            </a:r>
          </a:p>
          <a:p>
            <a:r>
              <a:rPr lang="en-US"/>
              <a:t>Though for normal use case % is sufficient to have it match size of the header.</a:t>
            </a:r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5885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AC6C-6B65-E898-FF4A-4C7FC279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A1A2B738-3044-57D8-03F2-EFE28DEB2777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B213C11F-0C5E-5940-C44C-4A3745E62DBD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AE426AF5-2ED7-C09C-0565-715EE3A07309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B809AE73-7DB9-B2A8-C018-CD04F1B1F1C4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36567C95-F5E1-1968-BE68-DF0A21AF85B6}"/>
              </a:ext>
            </a:extLst>
          </p:cNvPr>
          <p:cNvGraphicFramePr>
            <a:graphicFrameLocks/>
          </p:cNvGraphicFramePr>
          <p:nvPr/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0B0B87F9-42D7-7822-D327-E16E35B56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72DC6DA7-31EA-6995-87BB-E8ECB1242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075" y="8425543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0ABFD7E-4575-9BBD-C1D1-61B670627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5960085" y="-1977241"/>
            <a:ext cx="4905375" cy="1781175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0E4A1AE7-4976-BF26-51C7-94AA0CDD132D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B90A19B3-E4D6-77CE-3CB2-71914191F62D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36EEE99-35F7-A83B-343C-359988692D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CAFF54A5-64E2-FD9E-F642-3F54E9436805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0B6F4F5F-3632-C4FD-D9DE-245162102190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8CAFD62F-1E33-4E56-3311-6F3406543DF0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636886A9-B63C-3A09-38BE-77B5797E7D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A9999CE9-E821-3320-668A-E91CD10932F6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C7DFD3C7-D0A4-BCB1-0C93-ADDBB600D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6A69DC8-9A4F-C379-EF69-0708990EE8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C78876C-4380-A66B-266C-0510A72541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AFA8C932-AED4-7CF2-409C-531F6C3D73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1C503DBD-CE17-BAF8-B3D5-23441B082F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50A8DC2A-B190-6064-BA77-0877641F2949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64F833C9-B368-EB87-791A-70F1A0CE266A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C71A56AA-2A5D-07FF-8037-0A924F08B623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3AC454EB-56B1-1EDE-CCBC-A020E0429AC7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A96889F1-8929-1925-24AC-D91412B79D37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A22159C-741C-EF42-2449-4E906314BD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EF35E99B-752D-90ED-9EDE-95EA9F3A2971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14FB9D3A-A999-794D-AF9C-4097AC115E7C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C007BD02-9D0A-847A-09E8-92C35BB8C520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C1C724AD-E894-DBC7-39CE-73058272B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00DCB51B-3AFE-7CA4-EA9F-001EBEB03318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75528F56-2633-E3D6-36DA-9E7C7739A84A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C691323A-7B0A-6845-83A9-05672FEC25F5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055C5B7-C76B-9244-0667-47CC0C9516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96F2C653-C95D-9693-654C-E2D1E6731935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02A1254A-4D53-40E3-1BC7-8E749C73C6B0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A9383872-2DB7-E94A-03F3-9DB501B6CA55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33399407-ABC5-F297-21E4-0A42D8F9F6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136B2397-4A9C-D3A8-4904-8B821225B76E}"/>
              </a:ext>
            </a:extLst>
          </p:cNvPr>
          <p:cNvGrpSpPr/>
          <p:nvPr/>
        </p:nvGrpSpPr>
        <p:grpSpPr>
          <a:xfrm>
            <a:off x="-35622" y="665656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92FD19A1-413F-5A33-D9FB-DC986B99C663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058FC9C1-E83C-7714-B308-ED7AF13589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57" name="Rectangle: Rounded Corners 88">
            <a:extLst>
              <a:ext uri="{FF2B5EF4-FFF2-40B4-BE49-F238E27FC236}">
                <a16:creationId xmlns:a16="http://schemas.microsoft.com/office/drawing/2014/main" id="{9472AC58-3AC0-39D0-162B-942B5F75937A}"/>
              </a:ext>
            </a:extLst>
          </p:cNvPr>
          <p:cNvSpPr/>
          <p:nvPr/>
        </p:nvSpPr>
        <p:spPr>
          <a:xfrm>
            <a:off x="-4030294" y="3894942"/>
            <a:ext cx="2975584" cy="4530601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50800" dist="508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58" name="Groep 57">
            <a:extLst>
              <a:ext uri="{FF2B5EF4-FFF2-40B4-BE49-F238E27FC236}">
                <a16:creationId xmlns:a16="http://schemas.microsoft.com/office/drawing/2014/main" id="{634D8056-0C90-477C-BF81-D973216414E3}"/>
              </a:ext>
            </a:extLst>
          </p:cNvPr>
          <p:cNvGrpSpPr/>
          <p:nvPr/>
        </p:nvGrpSpPr>
        <p:grpSpPr>
          <a:xfrm>
            <a:off x="-3558719" y="4423427"/>
            <a:ext cx="2070269" cy="428625"/>
            <a:chOff x="7195651" y="3694007"/>
            <a:chExt cx="2070269" cy="428625"/>
          </a:xfrm>
        </p:grpSpPr>
        <p:sp>
          <p:nvSpPr>
            <p:cNvPr id="59" name="Rechthoek: afgeronde hoeken 58">
              <a:extLst>
                <a:ext uri="{FF2B5EF4-FFF2-40B4-BE49-F238E27FC236}">
                  <a16:creationId xmlns:a16="http://schemas.microsoft.com/office/drawing/2014/main" id="{1B0E5DF2-CAD5-AABE-B0A0-528E56B0F465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0" name="Tekstvak 59">
              <a:extLst>
                <a:ext uri="{FF2B5EF4-FFF2-40B4-BE49-F238E27FC236}">
                  <a16:creationId xmlns:a16="http://schemas.microsoft.com/office/drawing/2014/main" id="{1FA729E8-78C5-8756-C413-ECC4E8144B54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7C6819D0-0396-19A5-2428-071ABA3AF6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62" name="Groep 61">
            <a:extLst>
              <a:ext uri="{FF2B5EF4-FFF2-40B4-BE49-F238E27FC236}">
                <a16:creationId xmlns:a16="http://schemas.microsoft.com/office/drawing/2014/main" id="{00F3F84B-AA23-CAC6-25ED-389750AD6180}"/>
              </a:ext>
            </a:extLst>
          </p:cNvPr>
          <p:cNvGrpSpPr/>
          <p:nvPr/>
        </p:nvGrpSpPr>
        <p:grpSpPr>
          <a:xfrm>
            <a:off x="-3558719" y="6063926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63" name="Rechthoek: afgeronde hoeken 62">
              <a:extLst>
                <a:ext uri="{FF2B5EF4-FFF2-40B4-BE49-F238E27FC236}">
                  <a16:creationId xmlns:a16="http://schemas.microsoft.com/office/drawing/2014/main" id="{FECFBBF1-BEC1-C340-A760-F12F99E0D693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4" name="Tekstvak 63">
              <a:extLst>
                <a:ext uri="{FF2B5EF4-FFF2-40B4-BE49-F238E27FC236}">
                  <a16:creationId xmlns:a16="http://schemas.microsoft.com/office/drawing/2014/main" id="{5F369AD6-6C5B-DA79-C440-59A66CBA41D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97EB5D3F-F042-122C-1D37-24845D5D19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66" name="Groep 65">
            <a:extLst>
              <a:ext uri="{FF2B5EF4-FFF2-40B4-BE49-F238E27FC236}">
                <a16:creationId xmlns:a16="http://schemas.microsoft.com/office/drawing/2014/main" id="{FA38B3E2-9EBF-A7A4-DE0E-694E58F944FE}"/>
              </a:ext>
            </a:extLst>
          </p:cNvPr>
          <p:cNvGrpSpPr/>
          <p:nvPr/>
        </p:nvGrpSpPr>
        <p:grpSpPr>
          <a:xfrm>
            <a:off x="-3558719" y="4964904"/>
            <a:ext cx="2070269" cy="428625"/>
            <a:chOff x="7195651" y="3694007"/>
            <a:chExt cx="2070269" cy="428625"/>
          </a:xfrm>
        </p:grpSpPr>
        <p:sp>
          <p:nvSpPr>
            <p:cNvPr id="67" name="Rechthoek: afgeronde hoeken 66">
              <a:extLst>
                <a:ext uri="{FF2B5EF4-FFF2-40B4-BE49-F238E27FC236}">
                  <a16:creationId xmlns:a16="http://schemas.microsoft.com/office/drawing/2014/main" id="{94118E4C-7725-83F4-183C-929AFE971E9F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8" name="Tekstvak 67">
              <a:extLst>
                <a:ext uri="{FF2B5EF4-FFF2-40B4-BE49-F238E27FC236}">
                  <a16:creationId xmlns:a16="http://schemas.microsoft.com/office/drawing/2014/main" id="{93566137-2147-A83F-F743-28BD2CED68BF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4873C12B-829D-9E55-7AE5-7AC5F3981D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0" name="Groep 69">
            <a:extLst>
              <a:ext uri="{FF2B5EF4-FFF2-40B4-BE49-F238E27FC236}">
                <a16:creationId xmlns:a16="http://schemas.microsoft.com/office/drawing/2014/main" id="{260A5D92-8C1C-F66F-8037-ABCE8AA9B6C3}"/>
              </a:ext>
            </a:extLst>
          </p:cNvPr>
          <p:cNvGrpSpPr/>
          <p:nvPr/>
        </p:nvGrpSpPr>
        <p:grpSpPr>
          <a:xfrm>
            <a:off x="-3558719" y="5511392"/>
            <a:ext cx="2070269" cy="428625"/>
            <a:chOff x="7195651" y="3694007"/>
            <a:chExt cx="2070269" cy="428625"/>
          </a:xfrm>
        </p:grpSpPr>
        <p:sp>
          <p:nvSpPr>
            <p:cNvPr id="71" name="Rechthoek: afgeronde hoeken 70">
              <a:extLst>
                <a:ext uri="{FF2B5EF4-FFF2-40B4-BE49-F238E27FC236}">
                  <a16:creationId xmlns:a16="http://schemas.microsoft.com/office/drawing/2014/main" id="{734F3A52-F3D7-3217-3A01-A962EFC38727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2" name="Tekstvak 71">
              <a:extLst>
                <a:ext uri="{FF2B5EF4-FFF2-40B4-BE49-F238E27FC236}">
                  <a16:creationId xmlns:a16="http://schemas.microsoft.com/office/drawing/2014/main" id="{C4284AAA-6593-586F-DF2F-0ADD6B1B9F4A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D42F46C6-5585-18BF-1A73-521151E0C6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pic>
        <p:nvPicPr>
          <p:cNvPr id="74" name="Graphic 73">
            <a:extLst>
              <a:ext uri="{FF2B5EF4-FFF2-40B4-BE49-F238E27FC236}">
                <a16:creationId xmlns:a16="http://schemas.microsoft.com/office/drawing/2014/main" id="{09C94D9B-681F-0666-8DAD-AD3E8CE6D3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367783" y="4012294"/>
            <a:ext cx="171450" cy="171450"/>
          </a:xfrm>
          <a:prstGeom prst="rect">
            <a:avLst/>
          </a:prstGeom>
        </p:spPr>
      </p:pic>
      <p:sp>
        <p:nvSpPr>
          <p:cNvPr id="75" name="Tekstvak 74">
            <a:hlinkClick r:id="rId17" action="ppaction://hlinksldjump"/>
            <a:extLst>
              <a:ext uri="{FF2B5EF4-FFF2-40B4-BE49-F238E27FC236}">
                <a16:creationId xmlns:a16="http://schemas.microsoft.com/office/drawing/2014/main" id="{C5B2F9F7-BA32-46EF-ED43-EBD4A5FB7B84}"/>
              </a:ext>
            </a:extLst>
          </p:cNvPr>
          <p:cNvSpPr txBox="1"/>
          <p:nvPr/>
        </p:nvSpPr>
        <p:spPr>
          <a:xfrm>
            <a:off x="-75172" y="68661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pSp>
        <p:nvGrpSpPr>
          <p:cNvPr id="77" name="Groep 76">
            <a:extLst>
              <a:ext uri="{FF2B5EF4-FFF2-40B4-BE49-F238E27FC236}">
                <a16:creationId xmlns:a16="http://schemas.microsoft.com/office/drawing/2014/main" id="{C1545D70-AFCC-0945-E7AE-E433BE22FAC8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C31AAA85-887E-C77B-4D85-11266CB7716E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AAE7598B-1A1E-1D56-BC11-C459A0672D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pic>
        <p:nvPicPr>
          <p:cNvPr id="82" name="Afbeelding 81" descr="Afbeelding met tekst, schermopname, software, Webpagina&#10;&#10;Door AI gegenereerde inhoud is mogelijk onjuist.">
            <a:extLst>
              <a:ext uri="{FF2B5EF4-FFF2-40B4-BE49-F238E27FC236}">
                <a16:creationId xmlns:a16="http://schemas.microsoft.com/office/drawing/2014/main" id="{B34FD5F7-26C8-3366-440F-E4FF22BF97D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7279" y="6291184"/>
            <a:ext cx="12192000" cy="6844774"/>
          </a:xfrm>
          <a:prstGeom prst="rect">
            <a:avLst/>
          </a:prstGeom>
        </p:spPr>
      </p:pic>
      <p:sp>
        <p:nvSpPr>
          <p:cNvPr id="83" name="Ovaal 82">
            <a:extLst>
              <a:ext uri="{FF2B5EF4-FFF2-40B4-BE49-F238E27FC236}">
                <a16:creationId xmlns:a16="http://schemas.microsoft.com/office/drawing/2014/main" id="{303041DA-76EE-6296-1E04-700A76031062}"/>
              </a:ext>
            </a:extLst>
          </p:cNvPr>
          <p:cNvSpPr/>
          <p:nvPr/>
        </p:nvSpPr>
        <p:spPr>
          <a:xfrm>
            <a:off x="1196357" y="-2819400"/>
            <a:ext cx="686246" cy="706404"/>
          </a:xfrm>
          <a:prstGeom prst="ellipse">
            <a:avLst/>
          </a:prstGeom>
          <a:solidFill>
            <a:srgbClr val="91D4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44FB4513-C7ED-7209-C4C1-6608E1CA3B47}"/>
              </a:ext>
            </a:extLst>
          </p:cNvPr>
          <p:cNvGraphicFramePr>
            <a:graphicFrameLocks/>
          </p:cNvGraphicFramePr>
          <p:nvPr/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114" name="Groep 113">
            <a:extLst>
              <a:ext uri="{FF2B5EF4-FFF2-40B4-BE49-F238E27FC236}">
                <a16:creationId xmlns:a16="http://schemas.microsoft.com/office/drawing/2014/main" id="{6EE8D5B6-F3AB-1202-3CD7-5B4E017D8A61}"/>
              </a:ext>
            </a:extLst>
          </p:cNvPr>
          <p:cNvGrpSpPr/>
          <p:nvPr/>
        </p:nvGrpSpPr>
        <p:grpSpPr>
          <a:xfrm>
            <a:off x="13226626" y="2882326"/>
            <a:ext cx="2857670" cy="3075507"/>
            <a:chOff x="6096000" y="671487"/>
            <a:chExt cx="2857670" cy="3075507"/>
          </a:xfrm>
        </p:grpSpPr>
        <p:sp>
          <p:nvSpPr>
            <p:cNvPr id="15" name="Rectangle: Rounded Corners 86">
              <a:extLst>
                <a:ext uri="{FF2B5EF4-FFF2-40B4-BE49-F238E27FC236}">
                  <a16:creationId xmlns:a16="http://schemas.microsoft.com/office/drawing/2014/main" id="{D846C1D6-2A62-B73E-AEE1-A9D9277903E1}"/>
                </a:ext>
              </a:extLst>
            </p:cNvPr>
            <p:cNvSpPr/>
            <p:nvPr/>
          </p:nvSpPr>
          <p:spPr>
            <a:xfrm>
              <a:off x="6096000" y="671487"/>
              <a:ext cx="2857670" cy="3075507"/>
            </a:xfrm>
            <a:prstGeom prst="roundRect">
              <a:avLst>
                <a:gd name="adj" fmla="val 2824"/>
              </a:avLst>
            </a:prstGeom>
            <a:solidFill>
              <a:schemeClr val="bg1"/>
            </a:solidFill>
            <a:ln>
              <a:noFill/>
            </a:ln>
            <a:effectLst>
              <a:outerShdw blurRad="12700" dist="12700" dir="5400000" algn="ctr" rotWithShape="0">
                <a:schemeClr val="bg1">
                  <a:lumMod val="65000"/>
                  <a:alpha val="3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1200">
                <a:solidFill>
                  <a:srgbClr val="01143D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89" name="Afbeelding 88">
              <a:extLst>
                <a:ext uri="{FF2B5EF4-FFF2-40B4-BE49-F238E27FC236}">
                  <a16:creationId xmlns:a16="http://schemas.microsoft.com/office/drawing/2014/main" id="{F9EAB8BB-8730-0B45-A23F-5727632DA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551540" y="1385376"/>
              <a:ext cx="1991003" cy="1019317"/>
            </a:xfrm>
            <a:prstGeom prst="rect">
              <a:avLst/>
            </a:prstGeom>
          </p:spPr>
        </p:pic>
        <p:sp>
          <p:nvSpPr>
            <p:cNvPr id="90" name="Tekstvak 1">
              <a:extLst>
                <a:ext uri="{FF2B5EF4-FFF2-40B4-BE49-F238E27FC236}">
                  <a16:creationId xmlns:a16="http://schemas.microsoft.com/office/drawing/2014/main" id="{57BDA883-AB5B-A72D-352C-4481861A0BFB}"/>
                </a:ext>
              </a:extLst>
            </p:cNvPr>
            <p:cNvSpPr txBox="1"/>
            <p:nvPr/>
          </p:nvSpPr>
          <p:spPr>
            <a:xfrm>
              <a:off x="6260930" y="992653"/>
              <a:ext cx="690502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 kern="12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OEE</a:t>
              </a:r>
            </a:p>
          </p:txBody>
        </p:sp>
        <p:sp>
          <p:nvSpPr>
            <p:cNvPr id="91" name="Tekstvak 1">
              <a:extLst>
                <a:ext uri="{FF2B5EF4-FFF2-40B4-BE49-F238E27FC236}">
                  <a16:creationId xmlns:a16="http://schemas.microsoft.com/office/drawing/2014/main" id="{9E27AE8F-3BB5-7A5B-FB85-943CC1BF29FA}"/>
                </a:ext>
              </a:extLst>
            </p:cNvPr>
            <p:cNvSpPr txBox="1"/>
            <p:nvPr/>
          </p:nvSpPr>
          <p:spPr>
            <a:xfrm>
              <a:off x="7142653" y="2048185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20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41,7%</a:t>
              </a:r>
            </a:p>
          </p:txBody>
        </p:sp>
        <p:sp>
          <p:nvSpPr>
            <p:cNvPr id="92" name="Tekstvak 1">
              <a:extLst>
                <a:ext uri="{FF2B5EF4-FFF2-40B4-BE49-F238E27FC236}">
                  <a16:creationId xmlns:a16="http://schemas.microsoft.com/office/drawing/2014/main" id="{E1C0A37E-ECC4-0699-9DCC-CD2921EB2035}"/>
                </a:ext>
              </a:extLst>
            </p:cNvPr>
            <p:cNvSpPr txBox="1"/>
            <p:nvPr/>
          </p:nvSpPr>
          <p:spPr>
            <a:xfrm>
              <a:off x="6532334" y="3198842"/>
              <a:ext cx="690502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 kern="1200" err="1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Quality</a:t>
              </a:r>
              <a:endPara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Tekstvak 1">
              <a:extLst>
                <a:ext uri="{FF2B5EF4-FFF2-40B4-BE49-F238E27FC236}">
                  <a16:creationId xmlns:a16="http://schemas.microsoft.com/office/drawing/2014/main" id="{33457142-2A9C-81E9-F9DD-855389F3751B}"/>
                </a:ext>
              </a:extLst>
            </p:cNvPr>
            <p:cNvSpPr txBox="1"/>
            <p:nvPr/>
          </p:nvSpPr>
          <p:spPr>
            <a:xfrm>
              <a:off x="6536627" y="2862179"/>
              <a:ext cx="1180617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Performance</a:t>
              </a:r>
              <a:endPara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" name="Tekstvak 1">
              <a:extLst>
                <a:ext uri="{FF2B5EF4-FFF2-40B4-BE49-F238E27FC236}">
                  <a16:creationId xmlns:a16="http://schemas.microsoft.com/office/drawing/2014/main" id="{95B897A6-C844-F191-881C-2785A7D8DF4A}"/>
                </a:ext>
              </a:extLst>
            </p:cNvPr>
            <p:cNvSpPr txBox="1"/>
            <p:nvPr/>
          </p:nvSpPr>
          <p:spPr>
            <a:xfrm>
              <a:off x="6536490" y="2526866"/>
              <a:ext cx="988513" cy="258743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l-BE" sz="12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Availability</a:t>
              </a:r>
              <a:endPara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kstvak 1">
              <a:extLst>
                <a:ext uri="{FF2B5EF4-FFF2-40B4-BE49-F238E27FC236}">
                  <a16:creationId xmlns:a16="http://schemas.microsoft.com/office/drawing/2014/main" id="{AEA0A878-5A63-804E-356C-F435AD90E1D8}"/>
                </a:ext>
              </a:extLst>
            </p:cNvPr>
            <p:cNvSpPr txBox="1"/>
            <p:nvPr/>
          </p:nvSpPr>
          <p:spPr>
            <a:xfrm>
              <a:off x="7850594" y="2496339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38,1%</a:t>
              </a:r>
            </a:p>
          </p:txBody>
        </p:sp>
        <p:sp>
          <p:nvSpPr>
            <p:cNvPr id="96" name="Tekstvak 1">
              <a:extLst>
                <a:ext uri="{FF2B5EF4-FFF2-40B4-BE49-F238E27FC236}">
                  <a16:creationId xmlns:a16="http://schemas.microsoft.com/office/drawing/2014/main" id="{DF5F3DF6-9988-5B67-CBF6-51A9F07531B6}"/>
                </a:ext>
              </a:extLst>
            </p:cNvPr>
            <p:cNvSpPr txBox="1"/>
            <p:nvPr/>
          </p:nvSpPr>
          <p:spPr>
            <a:xfrm>
              <a:off x="7850594" y="2846259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109,4%</a:t>
              </a:r>
            </a:p>
          </p:txBody>
        </p:sp>
        <p:sp>
          <p:nvSpPr>
            <p:cNvPr id="97" name="Tekstvak 1">
              <a:extLst>
                <a:ext uri="{FF2B5EF4-FFF2-40B4-BE49-F238E27FC236}">
                  <a16:creationId xmlns:a16="http://schemas.microsoft.com/office/drawing/2014/main" id="{8C99F95F-E581-0C53-6A76-FDEA6B0B4CD7}"/>
                </a:ext>
              </a:extLst>
            </p:cNvPr>
            <p:cNvSpPr txBox="1"/>
            <p:nvPr/>
          </p:nvSpPr>
          <p:spPr>
            <a:xfrm>
              <a:off x="7850594" y="3196179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100,0%</a:t>
              </a:r>
            </a:p>
          </p:txBody>
        </p:sp>
        <p:sp>
          <p:nvSpPr>
            <p:cNvPr id="98" name="Gelijkbenige driehoek 97">
              <a:extLst>
                <a:ext uri="{FF2B5EF4-FFF2-40B4-BE49-F238E27FC236}">
                  <a16:creationId xmlns:a16="http://schemas.microsoft.com/office/drawing/2014/main" id="{BE04C7F8-3FA5-310B-542E-73ADC89A90AA}"/>
                </a:ext>
              </a:extLst>
            </p:cNvPr>
            <p:cNvSpPr/>
            <p:nvPr/>
          </p:nvSpPr>
          <p:spPr>
            <a:xfrm>
              <a:off x="6706135" y="1036892"/>
              <a:ext cx="150047" cy="170139"/>
            </a:xfrm>
            <a:prstGeom prst="triangle">
              <a:avLst/>
            </a:prstGeom>
            <a:solidFill>
              <a:srgbClr val="00A7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9" name="Tekstvak 1">
              <a:extLst>
                <a:ext uri="{FF2B5EF4-FFF2-40B4-BE49-F238E27FC236}">
                  <a16:creationId xmlns:a16="http://schemas.microsoft.com/office/drawing/2014/main" id="{1636CF57-4EA9-69BB-3F8D-5516730C8548}"/>
                </a:ext>
              </a:extLst>
            </p:cNvPr>
            <p:cNvSpPr txBox="1"/>
            <p:nvPr/>
          </p:nvSpPr>
          <p:spPr>
            <a:xfrm>
              <a:off x="6606181" y="1003402"/>
              <a:ext cx="690502" cy="392088"/>
            </a:xfrm>
            <a:prstGeom prst="rect">
              <a:avLst/>
            </a:prstGeom>
          </p:spPr>
          <p:txBody>
            <a:bodyPr wrap="non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nl-BE" sz="1200" kern="1200">
                  <a:solidFill>
                    <a:srgbClr val="00877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+2%</a:t>
              </a:r>
            </a:p>
          </p:txBody>
        </p:sp>
      </p:grpSp>
      <p:sp>
        <p:nvSpPr>
          <p:cNvPr id="102" name="Ovaal 101">
            <a:extLst>
              <a:ext uri="{FF2B5EF4-FFF2-40B4-BE49-F238E27FC236}">
                <a16:creationId xmlns:a16="http://schemas.microsoft.com/office/drawing/2014/main" id="{3365B059-7AED-5FB1-E1AD-26010F1CEF67}"/>
              </a:ext>
            </a:extLst>
          </p:cNvPr>
          <p:cNvSpPr/>
          <p:nvPr/>
        </p:nvSpPr>
        <p:spPr>
          <a:xfrm>
            <a:off x="1196357" y="-1956843"/>
            <a:ext cx="686246" cy="706404"/>
          </a:xfrm>
          <a:prstGeom prst="ellipse">
            <a:avLst/>
          </a:prstGeom>
          <a:solidFill>
            <a:srgbClr val="00AD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3" name="Ovaal 102">
            <a:extLst>
              <a:ext uri="{FF2B5EF4-FFF2-40B4-BE49-F238E27FC236}">
                <a16:creationId xmlns:a16="http://schemas.microsoft.com/office/drawing/2014/main" id="{842F28E6-3490-A2F4-B070-2588F043CA9C}"/>
              </a:ext>
            </a:extLst>
          </p:cNvPr>
          <p:cNvSpPr/>
          <p:nvPr/>
        </p:nvSpPr>
        <p:spPr>
          <a:xfrm>
            <a:off x="1196357" y="-1118969"/>
            <a:ext cx="686246" cy="706404"/>
          </a:xfrm>
          <a:prstGeom prst="ellipse">
            <a:avLst/>
          </a:prstGeom>
          <a:solidFill>
            <a:srgbClr val="0080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EBBB1154-B705-E2F6-C6A4-04E6CCCB51F7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5341DD2B-924B-8034-5796-B98E7E221CDF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C699309A-4EDD-BA07-3444-80D5D53E420D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CEF85E3E-37FD-35F1-AD9E-121B566E8B46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1BE13E7C-1D78-9F10-E197-1856861C123A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06E3FD03-FDBB-DEE6-8F2A-EA3FBA708A12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3D0C009B-77A2-EE2A-B32A-A73AEC37EBFE}"/>
              </a:ext>
            </a:extLst>
          </p:cNvPr>
          <p:cNvGraphicFramePr>
            <a:graphicFrameLocks/>
          </p:cNvGraphicFramePr>
          <p:nvPr/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68E89D70-990F-D79A-3D52-8B7CAB10AC25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Ovaal 112">
            <a:extLst>
              <a:ext uri="{FF2B5EF4-FFF2-40B4-BE49-F238E27FC236}">
                <a16:creationId xmlns:a16="http://schemas.microsoft.com/office/drawing/2014/main" id="{E763270C-3667-FD42-0F26-FDD1CFDEABEA}"/>
              </a:ext>
            </a:extLst>
          </p:cNvPr>
          <p:cNvSpPr/>
          <p:nvPr/>
        </p:nvSpPr>
        <p:spPr>
          <a:xfrm>
            <a:off x="2385445" y="-1045057"/>
            <a:ext cx="686246" cy="706404"/>
          </a:xfrm>
          <a:prstGeom prst="ellips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B70DCF7B-ED24-B51C-19A1-D2E60AD5C37D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A36AAC94-CFEA-1FE9-0A1D-F50560D5C74A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46112C51-2CE4-6919-5E72-09CFA656828D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5919F23E-5CEA-9034-4D3B-D8FDF63B512A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4DAF68F2-6B92-11A8-BE7F-5FE89AB4BB1E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0C646674-4E64-6819-1B01-5C8EE374A9F0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C4AAEBFE-20C5-01E0-6758-8C39A30E536A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22DB6E3D-53F5-2745-F600-6BB4BAFA6ADC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154490B7-6964-1BBF-FC3C-F182B8880471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082C1724-24AA-57C9-A6BA-DA11D66360D4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0EBC4147-464C-CCE1-3589-DDBE3DC53EC6}"/>
              </a:ext>
            </a:extLst>
          </p:cNvPr>
          <p:cNvGraphicFramePr>
            <a:graphicFrameLocks/>
          </p:cNvGraphicFramePr>
          <p:nvPr/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31A4263F-A1E3-C278-D451-F23A16024FB4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3D47F562-E6F0-7B2E-3543-3F3DDB164A81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BF61243F-6E43-88D1-149C-99905A659E4F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520A2763-C227-534D-155F-F01A4E1629D2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D3E5DD29-3C6D-06AE-A15E-06C9888DD5E9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82FE85BC-CECD-C2ED-0DEB-0C4CD3CA0122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94E60C72-951F-306E-6027-BD4632074D5E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F8B5AF33-DBD5-E2BF-2148-184BCA033B6E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E86E9C40-4EE3-4D03-C89A-E5E137430610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33F0C6B8-B511-A895-224F-3EA7C49703BC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291AA583-97A0-B39F-DC6B-DC8B2810051F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B573ED87-57A0-A63B-8883-1FB525B61ED8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194A29CB-D867-93ED-9E4F-072A73639452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4864A492-9978-3998-459A-24CA963094BA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8F8E8A8F-9060-FFDF-20F4-B3CAA1BB10DC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DD57F10-41E5-629A-4132-C916B0F8A951}"/>
              </a:ext>
            </a:extLst>
          </p:cNvPr>
          <p:cNvSpPr txBox="1"/>
          <p:nvPr/>
        </p:nvSpPr>
        <p:spPr>
          <a:xfrm>
            <a:off x="2315822" y="462897"/>
            <a:ext cx="1745991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Hide</a:t>
            </a:r>
            <a:r>
              <a:rPr lang="nl-BE"/>
              <a:t> app name</a:t>
            </a:r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DE8883EA-F9EB-510A-0D95-35188F00E065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1882603" y="315589"/>
            <a:ext cx="433219" cy="3319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063B3A12-31C7-8101-057B-2BB1725827A0}"/>
              </a:ext>
            </a:extLst>
          </p:cNvPr>
          <p:cNvSpPr txBox="1"/>
          <p:nvPr/>
        </p:nvSpPr>
        <p:spPr>
          <a:xfrm>
            <a:off x="611615" y="1196685"/>
            <a:ext cx="344562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Fixed</a:t>
            </a:r>
            <a:r>
              <a:rPr lang="nl-BE"/>
              <a:t> </a:t>
            </a:r>
            <a:r>
              <a:rPr lang="nl-BE" err="1"/>
              <a:t>location</a:t>
            </a:r>
            <a:r>
              <a:rPr lang="nl-BE"/>
              <a:t>/</a:t>
            </a:r>
            <a:r>
              <a:rPr lang="nl-BE" err="1"/>
              <a:t>always</a:t>
            </a:r>
            <a:r>
              <a:rPr lang="nl-BE"/>
              <a:t> in viewport</a:t>
            </a:r>
          </a:p>
        </p:txBody>
      </p:sp>
      <p:cxnSp>
        <p:nvCxnSpPr>
          <p:cNvPr id="47" name="Rechte verbindingslijn met pijl 46">
            <a:extLst>
              <a:ext uri="{FF2B5EF4-FFF2-40B4-BE49-F238E27FC236}">
                <a16:creationId xmlns:a16="http://schemas.microsoft.com/office/drawing/2014/main" id="{D58C4D2F-8D3A-E776-B583-5A427D50C1F8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178396" y="1049377"/>
            <a:ext cx="433219" cy="3319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kstvak 47">
            <a:extLst>
              <a:ext uri="{FF2B5EF4-FFF2-40B4-BE49-F238E27FC236}">
                <a16:creationId xmlns:a16="http://schemas.microsoft.com/office/drawing/2014/main" id="{EF7A05A3-1D42-ACEF-C950-90C9CE402118}"/>
              </a:ext>
            </a:extLst>
          </p:cNvPr>
          <p:cNvSpPr txBox="1"/>
          <p:nvPr/>
        </p:nvSpPr>
        <p:spPr>
          <a:xfrm>
            <a:off x="5903621" y="580704"/>
            <a:ext cx="344562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Fixed</a:t>
            </a:r>
            <a:r>
              <a:rPr lang="nl-BE"/>
              <a:t> </a:t>
            </a:r>
            <a:r>
              <a:rPr lang="nl-BE" err="1"/>
              <a:t>location</a:t>
            </a:r>
            <a:r>
              <a:rPr lang="nl-BE"/>
              <a:t>/</a:t>
            </a:r>
            <a:r>
              <a:rPr lang="nl-BE" err="1"/>
              <a:t>always</a:t>
            </a:r>
            <a:r>
              <a:rPr lang="nl-BE"/>
              <a:t> in viewport</a:t>
            </a:r>
          </a:p>
        </p:txBody>
      </p:sp>
      <p:cxnSp>
        <p:nvCxnSpPr>
          <p:cNvPr id="49" name="Rechte verbindingslijn met pijl 48">
            <a:extLst>
              <a:ext uri="{FF2B5EF4-FFF2-40B4-BE49-F238E27FC236}">
                <a16:creationId xmlns:a16="http://schemas.microsoft.com/office/drawing/2014/main" id="{39A0F017-5261-7AB2-C5DF-9C258254C74F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5470402" y="433396"/>
            <a:ext cx="433219" cy="3319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vak 49">
            <a:extLst>
              <a:ext uri="{FF2B5EF4-FFF2-40B4-BE49-F238E27FC236}">
                <a16:creationId xmlns:a16="http://schemas.microsoft.com/office/drawing/2014/main" id="{8DF4CB55-217E-71B5-A796-7B4057842E92}"/>
              </a:ext>
            </a:extLst>
          </p:cNvPr>
          <p:cNvSpPr txBox="1"/>
          <p:nvPr/>
        </p:nvSpPr>
        <p:spPr>
          <a:xfrm>
            <a:off x="4057238" y="6076503"/>
            <a:ext cx="344562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Fixed</a:t>
            </a:r>
            <a:r>
              <a:rPr lang="nl-BE"/>
              <a:t> </a:t>
            </a:r>
            <a:r>
              <a:rPr lang="nl-BE" err="1"/>
              <a:t>location</a:t>
            </a:r>
            <a:r>
              <a:rPr lang="nl-BE"/>
              <a:t>/</a:t>
            </a:r>
            <a:r>
              <a:rPr lang="nl-BE" err="1"/>
              <a:t>always</a:t>
            </a:r>
            <a:r>
              <a:rPr lang="nl-BE"/>
              <a:t> in viewport</a:t>
            </a:r>
          </a:p>
        </p:txBody>
      </p:sp>
      <p:cxnSp>
        <p:nvCxnSpPr>
          <p:cNvPr id="51" name="Rechte verbindingslijn met pijl 50">
            <a:extLst>
              <a:ext uri="{FF2B5EF4-FFF2-40B4-BE49-F238E27FC236}">
                <a16:creationId xmlns:a16="http://schemas.microsoft.com/office/drawing/2014/main" id="{5ABAD4D4-0598-D66D-7E02-0914D8E500CF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3597158" y="6261169"/>
            <a:ext cx="460080" cy="5320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kstvak 54">
            <a:extLst>
              <a:ext uri="{FF2B5EF4-FFF2-40B4-BE49-F238E27FC236}">
                <a16:creationId xmlns:a16="http://schemas.microsoft.com/office/drawing/2014/main" id="{FBB6D142-666B-6B18-9F41-3DAF87FA2480}"/>
              </a:ext>
            </a:extLst>
          </p:cNvPr>
          <p:cNvSpPr txBox="1"/>
          <p:nvPr/>
        </p:nvSpPr>
        <p:spPr>
          <a:xfrm>
            <a:off x="4399002" y="3090339"/>
            <a:ext cx="4331057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Flex</a:t>
            </a:r>
            <a:r>
              <a:rPr lang="nl-BE"/>
              <a:t> </a:t>
            </a:r>
            <a:r>
              <a:rPr lang="nl-BE" err="1"/>
              <a:t>layout</a:t>
            </a:r>
            <a:r>
              <a:rPr lang="nl-BE"/>
              <a:t>/Panels move </a:t>
            </a:r>
            <a:r>
              <a:rPr lang="nl-BE" err="1"/>
              <a:t>under</a:t>
            </a:r>
            <a:r>
              <a:rPr lang="nl-BE"/>
              <a:t> </a:t>
            </a:r>
            <a:r>
              <a:rPr lang="nl-BE" err="1"/>
              <a:t>each</a:t>
            </a:r>
            <a:r>
              <a:rPr lang="nl-BE"/>
              <a:t> </a:t>
            </a:r>
            <a:r>
              <a:rPr lang="nl-BE" err="1"/>
              <a:t>other</a:t>
            </a:r>
            <a:endParaRPr lang="nl-BE"/>
          </a:p>
        </p:txBody>
      </p:sp>
      <p:cxnSp>
        <p:nvCxnSpPr>
          <p:cNvPr id="76" name="Rechte verbindingslijn met pijl 75">
            <a:extLst>
              <a:ext uri="{FF2B5EF4-FFF2-40B4-BE49-F238E27FC236}">
                <a16:creationId xmlns:a16="http://schemas.microsoft.com/office/drawing/2014/main" id="{A0D29C13-3020-8F7F-8A35-28146033E767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4057238" y="3275005"/>
            <a:ext cx="341764" cy="3132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94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A1F7-638E-64D6-D518-1CF67A51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08093708-D3B4-2054-CFB1-7427B73D7962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6C3149AD-108B-CC00-1F85-C7119519F5FA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0852C709-600B-7714-FA63-4402F9AFB8E1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82237E8B-6627-3A3B-8A13-42D7B35C00DE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327B32E6-1014-59D4-0F6F-59138C707CDA}"/>
              </a:ext>
            </a:extLst>
          </p:cNvPr>
          <p:cNvGraphicFramePr>
            <a:graphicFrameLocks/>
          </p:cNvGraphicFramePr>
          <p:nvPr/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50AA4D70-C0A3-F1B2-46C1-F1FD95EFF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6C958FCA-F16D-8C87-8879-DF99CA79E75D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7F9C0C14-F644-625F-7129-4F3CE7C58D72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BA4CB22-8C70-4532-48B0-C4E26B7157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D6A10264-E0C8-C356-7DFD-F67F03A0C3E7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68C12680-7593-A890-F4BF-414919EEF123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4F911153-C3F2-9B18-FBFC-62829BFA645B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9F482843-284E-F1C5-C4F0-62A64A078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2FE992FB-598A-F97E-6266-7B5032F6A23F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B314B350-0D01-7657-6AF7-474132E2C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2E250BB3-B02F-8B2D-00F3-B772751CFC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FB5E400-2DFA-52C0-A51D-BD42D5C60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23DBE7D1-A50D-26E5-2A33-DD7AE9D232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42564D96-ECA4-0490-0753-D7281D2CE9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D7C8E023-3553-DE8F-F0CD-CFEF57DA17F7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9EAF9B63-4377-E9C2-69CA-898325628A8A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466DA4BF-5BA9-E3C8-E716-F810A0A2D4B4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7E10FA0B-0BE1-E8D3-042E-A80453DF9900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83DF30BC-3445-5EBF-2437-202926C9B11F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EB9652A-EE2B-791D-A023-C2B21B2599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C2A838C4-BAF4-59E1-775D-D0C9C3329590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49F33636-5DAA-C099-9488-0A17AE093BCA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9C9B5FBB-777A-C420-57BE-98D7358FC47D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9E772D3C-E6D6-7412-2730-A791768C29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D2396A5F-EBEF-DAEF-978F-3D43E3FCA376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A2CEB4C3-A68C-4037-0671-514BAFC59F79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BBA6FBD7-277C-CCB8-0522-1AEEAB82EFA4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6F251CFE-DB80-8094-80DE-57165408F3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D185BD0E-1FCD-FC02-E3A7-4328492CBBFF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6B1A0353-E29A-546A-7317-2E2DCE28B792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8BE89AEE-FD86-4281-8513-1775C9FBC0D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AF69F552-7C5A-1F7D-4DC5-9B7F37202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21DF8027-E48C-BB52-8807-7B6F9BBED480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6E2ABAC1-71DA-4727-2B6E-83FC11CCCB3B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4D5BA5B5-9B3A-E0CC-6A2F-746B0464C2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ACD98CD4-AD75-D466-5120-F05C9A3DF7A1}"/>
              </a:ext>
            </a:extLst>
          </p:cNvPr>
          <p:cNvGraphicFramePr>
            <a:graphicFrameLocks/>
          </p:cNvGraphicFramePr>
          <p:nvPr/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6BDD2C33-2564-78F8-87AF-E467F92FB705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2B77A499-455D-F3F1-D1A2-71E7DA5E3CB3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5F8D2E76-4A20-2383-8811-8268D8B38AF7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B88A5A14-EF1A-00A9-00ED-9D0CBA1F395F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69EA580D-5DCF-DA11-C6E7-045863DCB508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400CD7C3-3B19-C813-5528-C3EAEBD682C9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41ACCD57-A9A1-9B38-136E-9D7D95B20C4C}"/>
              </a:ext>
            </a:extLst>
          </p:cNvPr>
          <p:cNvGraphicFramePr>
            <a:graphicFrameLocks/>
          </p:cNvGraphicFramePr>
          <p:nvPr/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84B45651-AEBF-91F6-08B0-826F47395850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5805463B-4CFB-8EAD-9470-B17B2302E80F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3139D10C-4A05-143D-6ABC-97F7123D1585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2A92361F-5D69-370D-1C5F-0FB9B685D354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3E7CBBA1-2F0A-5A7D-2E2E-72B516A9379A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27AD8C06-4873-97ED-CB84-B0012708A3DB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FC3423A0-01B4-2CA3-4774-A401D77EB3D5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D9B53352-07B8-5BCB-E405-FA5768748147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BE560115-7068-869C-BDC4-50CA866FDD28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00416890-9D31-F00A-5A71-85906C578926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330CDE49-0E00-6173-F71F-2103519E35A4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04E5371B-9C07-9B6D-125E-1EEFCAC63721}"/>
              </a:ext>
            </a:extLst>
          </p:cNvPr>
          <p:cNvGraphicFramePr>
            <a:graphicFrameLocks/>
          </p:cNvGraphicFramePr>
          <p:nvPr/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31AD2315-DFEE-5789-F0DA-F1EF00A47CDF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E8860FBA-313A-97DD-BBBA-F67310E71E22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18CCD91F-1DD9-9565-FD77-FC4D865837DB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8498637D-2950-E735-B408-8C261EDA5BD3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BCF91AFD-42CE-B84C-2B68-80F38329F0BA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C8070171-DE67-93B6-507A-10D0949097FA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002E078C-FA31-E32E-CD01-D10A1597CF6E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FD4DECB6-74E7-985F-224F-B0F75E2EA1D9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B9CAC1FA-48D3-4F18-8CDE-6534FC4BED1E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D727AACA-B002-0B99-E3A5-7936F0236127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AF90D05B-95C0-A3BC-AB16-521BA83B0332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C562C561-FA02-652E-C0A8-0FE477C2E445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8CD5162D-565F-B657-44A5-0EE1BF104307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F11ED6E8-BE46-D532-C952-0434CEA81107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E4B2A5BD-17F4-9EA6-9899-EF4AB3FE60CC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2B6EA7C-429C-AA07-22F1-439C44E85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79583" y="615607"/>
            <a:ext cx="171450" cy="171450"/>
          </a:xfrm>
          <a:prstGeom prst="rect">
            <a:avLst/>
          </a:prstGeom>
        </p:spPr>
      </p:pic>
      <p:sp>
        <p:nvSpPr>
          <p:cNvPr id="15" name="Rechthoek 14">
            <a:extLst>
              <a:ext uri="{FF2B5EF4-FFF2-40B4-BE49-F238E27FC236}">
                <a16:creationId xmlns:a16="http://schemas.microsoft.com/office/drawing/2014/main" id="{B9C576E4-5B2E-FEA3-8C3A-B0286E3A93AE}"/>
              </a:ext>
            </a:extLst>
          </p:cNvPr>
          <p:cNvSpPr/>
          <p:nvPr/>
        </p:nvSpPr>
        <p:spPr>
          <a:xfrm>
            <a:off x="0" y="521990"/>
            <a:ext cx="3082835" cy="6418185"/>
          </a:xfrm>
          <a:prstGeom prst="rect">
            <a:avLst/>
          </a:prstGeom>
          <a:solidFill>
            <a:srgbClr val="00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8498A10E-E809-69EA-32CD-8088EDECD307}"/>
              </a:ext>
            </a:extLst>
          </p:cNvPr>
          <p:cNvSpPr txBox="1"/>
          <p:nvPr/>
        </p:nvSpPr>
        <p:spPr>
          <a:xfrm>
            <a:off x="956964" y="-1218821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3DE58734-6CBD-1FB3-402E-81D7AC3184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92184" y="-1150378"/>
            <a:ext cx="95250" cy="95250"/>
          </a:xfrm>
          <a:prstGeom prst="rect">
            <a:avLst/>
          </a:prstGeom>
        </p:spPr>
      </p:pic>
      <p:grpSp>
        <p:nvGrpSpPr>
          <p:cNvPr id="61" name="Groep 60">
            <a:extLst>
              <a:ext uri="{FF2B5EF4-FFF2-40B4-BE49-F238E27FC236}">
                <a16:creationId xmlns:a16="http://schemas.microsoft.com/office/drawing/2014/main" id="{EDB8B9AF-3F4C-53B4-E824-161C9AB3F58B}"/>
              </a:ext>
            </a:extLst>
          </p:cNvPr>
          <p:cNvGrpSpPr/>
          <p:nvPr/>
        </p:nvGrpSpPr>
        <p:grpSpPr>
          <a:xfrm>
            <a:off x="491016" y="1073337"/>
            <a:ext cx="1999238" cy="276999"/>
            <a:chOff x="491016" y="1790887"/>
            <a:chExt cx="1999238" cy="276999"/>
          </a:xfrm>
        </p:grpSpPr>
        <p:sp>
          <p:nvSpPr>
            <p:cNvPr id="54" name="Tekstvak 53">
              <a:extLst>
                <a:ext uri="{FF2B5EF4-FFF2-40B4-BE49-F238E27FC236}">
                  <a16:creationId xmlns:a16="http://schemas.microsoft.com/office/drawing/2014/main" id="{50E89A57-9D5C-0730-A53B-92E449D0E7BA}"/>
                </a:ext>
              </a:extLst>
            </p:cNvPr>
            <p:cNvSpPr txBox="1"/>
            <p:nvPr/>
          </p:nvSpPr>
          <p:spPr>
            <a:xfrm>
              <a:off x="491016" y="1790887"/>
              <a:ext cx="716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200" b="1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985F8E48-F8FD-768D-A0C1-B8E5FBEF89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  <p:sp>
        <p:nvSpPr>
          <p:cNvPr id="6" name="Rechthoek 5">
            <a:extLst>
              <a:ext uri="{FF2B5EF4-FFF2-40B4-BE49-F238E27FC236}">
                <a16:creationId xmlns:a16="http://schemas.microsoft.com/office/drawing/2014/main" id="{7EB59C45-D742-7850-0F28-6DCEB6726604}"/>
              </a:ext>
            </a:extLst>
          </p:cNvPr>
          <p:cNvSpPr/>
          <p:nvPr/>
        </p:nvSpPr>
        <p:spPr>
          <a:xfrm>
            <a:off x="3066926" y="525399"/>
            <a:ext cx="3082835" cy="6418185"/>
          </a:xfrm>
          <a:prstGeom prst="rect">
            <a:avLst/>
          </a:prstGeom>
          <a:solidFill>
            <a:srgbClr val="00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pSp>
        <p:nvGrpSpPr>
          <p:cNvPr id="62" name="Groep 61">
            <a:extLst>
              <a:ext uri="{FF2B5EF4-FFF2-40B4-BE49-F238E27FC236}">
                <a16:creationId xmlns:a16="http://schemas.microsoft.com/office/drawing/2014/main" id="{1BEC68EE-4929-584D-1C27-D14EBC93EC4A}"/>
              </a:ext>
            </a:extLst>
          </p:cNvPr>
          <p:cNvGrpSpPr/>
          <p:nvPr/>
        </p:nvGrpSpPr>
        <p:grpSpPr>
          <a:xfrm>
            <a:off x="492280" y="1467085"/>
            <a:ext cx="2003207" cy="276999"/>
            <a:chOff x="487047" y="1790887"/>
            <a:chExt cx="2003207" cy="276999"/>
          </a:xfrm>
        </p:grpSpPr>
        <p:sp>
          <p:nvSpPr>
            <p:cNvPr id="63" name="Tekstvak 62">
              <a:extLst>
                <a:ext uri="{FF2B5EF4-FFF2-40B4-BE49-F238E27FC236}">
                  <a16:creationId xmlns:a16="http://schemas.microsoft.com/office/drawing/2014/main" id="{56B14968-DB51-D945-40FD-4691DB3910A7}"/>
                </a:ext>
              </a:extLst>
            </p:cNvPr>
            <p:cNvSpPr txBox="1"/>
            <p:nvPr/>
          </p:nvSpPr>
          <p:spPr>
            <a:xfrm>
              <a:off x="487047" y="1790887"/>
              <a:ext cx="68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5FC4413D-B7C9-8151-3961-B76190DDC0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  <p:sp>
        <p:nvSpPr>
          <p:cNvPr id="53" name="Tekstvak 52">
            <a:extLst>
              <a:ext uri="{FF2B5EF4-FFF2-40B4-BE49-F238E27FC236}">
                <a16:creationId xmlns:a16="http://schemas.microsoft.com/office/drawing/2014/main" id="{B660CA1C-AF08-8121-BF28-C18687399C86}"/>
              </a:ext>
            </a:extLst>
          </p:cNvPr>
          <p:cNvSpPr txBox="1"/>
          <p:nvPr/>
        </p:nvSpPr>
        <p:spPr>
          <a:xfrm>
            <a:off x="3568716" y="1483725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DDAC87C6-43F6-3A53-40B3-DC3E39C6610F}"/>
              </a:ext>
            </a:extLst>
          </p:cNvPr>
          <p:cNvCxnSpPr>
            <a:cxnSpLocks/>
          </p:cNvCxnSpPr>
          <p:nvPr/>
        </p:nvCxnSpPr>
        <p:spPr>
          <a:xfrm>
            <a:off x="3695700" y="1897412"/>
            <a:ext cx="0" cy="1137472"/>
          </a:xfrm>
          <a:prstGeom prst="line">
            <a:avLst/>
          </a:prstGeom>
          <a:ln w="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kstvak 68">
            <a:extLst>
              <a:ext uri="{FF2B5EF4-FFF2-40B4-BE49-F238E27FC236}">
                <a16:creationId xmlns:a16="http://schemas.microsoft.com/office/drawing/2014/main" id="{6738096A-538D-067C-D664-08A714A080A5}"/>
              </a:ext>
            </a:extLst>
          </p:cNvPr>
          <p:cNvSpPr txBox="1"/>
          <p:nvPr/>
        </p:nvSpPr>
        <p:spPr>
          <a:xfrm>
            <a:off x="3874123" y="1902260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sp>
        <p:nvSpPr>
          <p:cNvPr id="70" name="Tekstvak 69">
            <a:extLst>
              <a:ext uri="{FF2B5EF4-FFF2-40B4-BE49-F238E27FC236}">
                <a16:creationId xmlns:a16="http://schemas.microsoft.com/office/drawing/2014/main" id="{7766AB21-D5BA-8691-FEAE-55E7285DAA84}"/>
              </a:ext>
            </a:extLst>
          </p:cNvPr>
          <p:cNvSpPr txBox="1"/>
          <p:nvPr/>
        </p:nvSpPr>
        <p:spPr>
          <a:xfrm>
            <a:off x="3874123" y="2334168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sp>
        <p:nvSpPr>
          <p:cNvPr id="71" name="Tekstvak 70">
            <a:extLst>
              <a:ext uri="{FF2B5EF4-FFF2-40B4-BE49-F238E27FC236}">
                <a16:creationId xmlns:a16="http://schemas.microsoft.com/office/drawing/2014/main" id="{75BA53B3-6CC7-FD73-6168-7657662F90DB}"/>
              </a:ext>
            </a:extLst>
          </p:cNvPr>
          <p:cNvSpPr txBox="1"/>
          <p:nvPr/>
        </p:nvSpPr>
        <p:spPr>
          <a:xfrm>
            <a:off x="3874123" y="2791432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sp>
        <p:nvSpPr>
          <p:cNvPr id="72" name="Tekstvak 71">
            <a:extLst>
              <a:ext uri="{FF2B5EF4-FFF2-40B4-BE49-F238E27FC236}">
                <a16:creationId xmlns:a16="http://schemas.microsoft.com/office/drawing/2014/main" id="{E6135A07-6D03-ECC7-83B9-3B16AD4379FC}"/>
              </a:ext>
            </a:extLst>
          </p:cNvPr>
          <p:cNvSpPr txBox="1"/>
          <p:nvPr/>
        </p:nvSpPr>
        <p:spPr>
          <a:xfrm>
            <a:off x="3579568" y="3207102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096A209B-1ADB-6D52-188D-CA1159B35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65683" y="645123"/>
            <a:ext cx="114300" cy="114300"/>
          </a:xfrm>
          <a:prstGeom prst="rect">
            <a:avLst/>
          </a:prstGeom>
        </p:spPr>
      </p:pic>
      <p:grpSp>
        <p:nvGrpSpPr>
          <p:cNvPr id="26" name="Groep 25">
            <a:extLst>
              <a:ext uri="{FF2B5EF4-FFF2-40B4-BE49-F238E27FC236}">
                <a16:creationId xmlns:a16="http://schemas.microsoft.com/office/drawing/2014/main" id="{1B66CF99-DFD8-0AF4-8CE1-6903388216DF}"/>
              </a:ext>
            </a:extLst>
          </p:cNvPr>
          <p:cNvGrpSpPr/>
          <p:nvPr/>
        </p:nvGrpSpPr>
        <p:grpSpPr>
          <a:xfrm>
            <a:off x="3568938" y="1074409"/>
            <a:ext cx="1999238" cy="276999"/>
            <a:chOff x="491016" y="1790887"/>
            <a:chExt cx="1999238" cy="276999"/>
          </a:xfrm>
        </p:grpSpPr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F6A15D51-F1D4-1F70-38F5-AB41BAFC290D}"/>
                </a:ext>
              </a:extLst>
            </p:cNvPr>
            <p:cNvSpPr txBox="1"/>
            <p:nvPr/>
          </p:nvSpPr>
          <p:spPr>
            <a:xfrm>
              <a:off x="491016" y="1790887"/>
              <a:ext cx="6848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76F3ACAD-0D88-BC6A-E15D-E05123F638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  <p:sp>
        <p:nvSpPr>
          <p:cNvPr id="12" name="Tekstvak 11">
            <a:extLst>
              <a:ext uri="{FF2B5EF4-FFF2-40B4-BE49-F238E27FC236}">
                <a16:creationId xmlns:a16="http://schemas.microsoft.com/office/drawing/2014/main" id="{64753564-DE03-7BD3-B3E4-2E8B2E0C3893}"/>
              </a:ext>
            </a:extLst>
          </p:cNvPr>
          <p:cNvSpPr txBox="1"/>
          <p:nvPr/>
        </p:nvSpPr>
        <p:spPr>
          <a:xfrm>
            <a:off x="3183033" y="4436230"/>
            <a:ext cx="7968976" cy="120032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Fixed</a:t>
            </a:r>
            <a:r>
              <a:rPr lang="nl-BE"/>
              <a:t> </a:t>
            </a:r>
            <a:r>
              <a:rPr lang="nl-BE" err="1"/>
              <a:t>location</a:t>
            </a:r>
            <a:r>
              <a:rPr lang="nl-BE"/>
              <a:t>/</a:t>
            </a:r>
            <a:r>
              <a:rPr lang="nl-BE" err="1"/>
              <a:t>always</a:t>
            </a:r>
            <a:r>
              <a:rPr lang="nl-BE"/>
              <a:t> in viewport</a:t>
            </a:r>
            <a:br>
              <a:rPr lang="nl-BE"/>
            </a:br>
            <a:r>
              <a:rPr lang="nl-BE"/>
              <a:t>On small </a:t>
            </a:r>
            <a:r>
              <a:rPr lang="nl-BE" err="1"/>
              <a:t>screens</a:t>
            </a:r>
            <a:r>
              <a:rPr lang="nl-BE"/>
              <a:t> </a:t>
            </a:r>
            <a:r>
              <a:rPr lang="nl-BE" err="1"/>
              <a:t>when</a:t>
            </a:r>
            <a:r>
              <a:rPr lang="nl-BE"/>
              <a:t> </a:t>
            </a:r>
            <a:r>
              <a:rPr lang="nl-BE" err="1"/>
              <a:t>not</a:t>
            </a:r>
            <a:r>
              <a:rPr lang="nl-BE"/>
              <a:t> </a:t>
            </a:r>
            <a:r>
              <a:rPr lang="nl-BE" err="1"/>
              <a:t>enough</a:t>
            </a:r>
            <a:r>
              <a:rPr lang="nl-BE"/>
              <a:t> </a:t>
            </a:r>
            <a:r>
              <a:rPr lang="nl-BE" err="1"/>
              <a:t>place</a:t>
            </a:r>
            <a:r>
              <a:rPr lang="nl-BE"/>
              <a:t> </a:t>
            </a:r>
            <a:r>
              <a:rPr lang="nl-BE" err="1"/>
              <a:t>to</a:t>
            </a:r>
            <a:r>
              <a:rPr lang="nl-BE"/>
              <a:t> show next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it’s</a:t>
            </a:r>
            <a:r>
              <a:rPr lang="nl-BE"/>
              <a:t> </a:t>
            </a:r>
            <a:r>
              <a:rPr lang="nl-BE" err="1"/>
              <a:t>previous</a:t>
            </a:r>
            <a:r>
              <a:rPr lang="nl-BE"/>
              <a:t> </a:t>
            </a:r>
            <a:r>
              <a:rPr lang="nl-BE" err="1"/>
              <a:t>one</a:t>
            </a:r>
            <a:r>
              <a:rPr lang="nl-BE"/>
              <a:t>,</a:t>
            </a:r>
          </a:p>
          <a:p>
            <a:r>
              <a:rPr lang="nl-BE"/>
              <a:t>a sub menu </a:t>
            </a:r>
            <a:r>
              <a:rPr lang="nl-BE" err="1"/>
              <a:t>comes</a:t>
            </a:r>
            <a:r>
              <a:rPr lang="nl-BE"/>
              <a:t> on top of </a:t>
            </a:r>
            <a:r>
              <a:rPr lang="nl-BE" err="1"/>
              <a:t>its</a:t>
            </a:r>
            <a:r>
              <a:rPr lang="nl-BE"/>
              <a:t> </a:t>
            </a:r>
            <a:r>
              <a:rPr lang="nl-BE" err="1"/>
              <a:t>parent</a:t>
            </a:r>
            <a:r>
              <a:rPr lang="nl-BE"/>
              <a:t> menu</a:t>
            </a:r>
            <a:br>
              <a:rPr lang="nl-BE"/>
            </a:br>
            <a:r>
              <a:rPr lang="nl-BE" err="1"/>
              <a:t>When</a:t>
            </a:r>
            <a:r>
              <a:rPr lang="nl-BE"/>
              <a:t> </a:t>
            </a:r>
            <a:r>
              <a:rPr lang="nl-BE" err="1"/>
              <a:t>not</a:t>
            </a:r>
            <a:r>
              <a:rPr lang="nl-BE"/>
              <a:t> </a:t>
            </a:r>
            <a:r>
              <a:rPr lang="nl-BE" err="1"/>
              <a:t>enough</a:t>
            </a:r>
            <a:r>
              <a:rPr lang="nl-BE"/>
              <a:t> </a:t>
            </a:r>
            <a:r>
              <a:rPr lang="nl-BE" err="1"/>
              <a:t>height</a:t>
            </a:r>
            <a:r>
              <a:rPr lang="nl-BE"/>
              <a:t>,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scrolling</a:t>
            </a:r>
            <a:r>
              <a:rPr lang="nl-BE"/>
              <a:t> (up/down </a:t>
            </a:r>
            <a:r>
              <a:rPr lang="nl-BE" err="1"/>
              <a:t>arrows</a:t>
            </a:r>
            <a:r>
              <a:rPr lang="nl-BE"/>
              <a:t>) </a:t>
            </a:r>
            <a:r>
              <a:rPr lang="nl-BE" err="1"/>
              <a:t>possibilities</a:t>
            </a:r>
            <a:r>
              <a:rPr lang="nl-BE"/>
              <a:t> per menu</a:t>
            </a:r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E33DD9A6-C7F4-0643-FF30-DB0D9936D710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749814" y="4288922"/>
            <a:ext cx="433219" cy="7474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E4764617-7D64-4830-CED1-E4FD6A59A430}"/>
              </a:ext>
            </a:extLst>
          </p:cNvPr>
          <p:cNvCxnSpPr>
            <a:cxnSpLocks/>
          </p:cNvCxnSpPr>
          <p:nvPr/>
        </p:nvCxnSpPr>
        <p:spPr>
          <a:xfrm flipH="1" flipV="1">
            <a:off x="3482598" y="4046439"/>
            <a:ext cx="193153" cy="3897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072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E83D-8BBC-5964-2F00-B83C5489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2503573B-44A0-FF54-84C0-259B7A6DEB27}"/>
              </a:ext>
            </a:extLst>
          </p:cNvPr>
          <p:cNvSpPr/>
          <p:nvPr/>
        </p:nvSpPr>
        <p:spPr>
          <a:xfrm>
            <a:off x="6206188" y="40732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ED482C69-6E4E-64BB-5C8D-709546B3A514}"/>
              </a:ext>
            </a:extLst>
          </p:cNvPr>
          <p:cNvSpPr/>
          <p:nvPr/>
        </p:nvSpPr>
        <p:spPr>
          <a:xfrm>
            <a:off x="284844" y="1068388"/>
            <a:ext cx="4690642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6FA94E86-4438-EBB7-6A24-55241A2AD444}"/>
              </a:ext>
            </a:extLst>
          </p:cNvPr>
          <p:cNvSpPr/>
          <p:nvPr/>
        </p:nvSpPr>
        <p:spPr>
          <a:xfrm>
            <a:off x="284843" y="40618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7A048E14-8A61-08E5-30F4-CF5175A77D51}"/>
              </a:ext>
            </a:extLst>
          </p:cNvPr>
          <p:cNvGraphicFramePr>
            <a:graphicFrameLocks/>
          </p:cNvGraphicFramePr>
          <p:nvPr/>
        </p:nvGraphicFramePr>
        <p:xfrm>
          <a:off x="526570" y="1156195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A2B485A0-2BEB-E3AE-DF5F-EF94C76A92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4F82020A-4B8D-FB53-3BAF-266998D38A88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465F5831-593E-0E2B-AEA9-F066B6FD8BAD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0F8921C-6E3D-6E80-AA19-A5930B1372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46A858E7-FAEE-42FA-934D-93C6A1A687DE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9ED24703-5F71-87CA-8768-2E7799FE3C57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E3D60C02-376D-3936-DA24-818931EB5570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9AF46B73-64B2-B5AC-33B0-6A6717865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E9918D02-7AB0-C251-F454-9AA282CB712A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BD106719-4288-F0E0-9D8D-4F0A7C748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860265A1-D0C3-DCB6-5C7E-D979891CA3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1A4E26BF-73B8-C894-D8F7-6EFD2B0807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AEECA13-5856-989E-C09D-A94B39955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E009E8CC-644E-EE7C-EC9F-5A3400CB7C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280EC6DE-C651-D515-E46C-16CBBB3F59D2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D7EBE365-0871-4481-0372-2D51D5D7C8A9}"/>
              </a:ext>
            </a:extLst>
          </p:cNvPr>
          <p:cNvSpPr/>
          <p:nvPr/>
        </p:nvSpPr>
        <p:spPr>
          <a:xfrm>
            <a:off x="9117269" y="1064564"/>
            <a:ext cx="2975584" cy="2935154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E0EB6383-B887-BF32-47C0-418495F49CF4}"/>
              </a:ext>
            </a:extLst>
          </p:cNvPr>
          <p:cNvGrpSpPr/>
          <p:nvPr/>
        </p:nvGrpSpPr>
        <p:grpSpPr>
          <a:xfrm>
            <a:off x="9576144" y="1389848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E25407F9-C9DC-62D1-2770-B8881D0C7094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1B1A0A44-CD92-A551-C70E-4B1959FFBD55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E50F1B0-859C-F55C-06DB-4CD174A05D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FF07DE4F-9923-3233-240C-DDBFCE79E6D6}"/>
              </a:ext>
            </a:extLst>
          </p:cNvPr>
          <p:cNvGrpSpPr/>
          <p:nvPr/>
        </p:nvGrpSpPr>
        <p:grpSpPr>
          <a:xfrm>
            <a:off x="9576144" y="3030347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0E2A3212-76E9-10F1-E714-8C19E7F87670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8AEB8751-4741-E29A-F43A-229A3CC85A2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ED568DB0-714A-7B2A-2041-3731461CC3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C7E16DDC-8095-FDF0-7AB8-41608E104A52}"/>
              </a:ext>
            </a:extLst>
          </p:cNvPr>
          <p:cNvGrpSpPr/>
          <p:nvPr/>
        </p:nvGrpSpPr>
        <p:grpSpPr>
          <a:xfrm>
            <a:off x="9576144" y="1931325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7848B09A-A529-721B-24FF-47087D4A8BD7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52C21598-F430-B4C5-97D3-FC1634B6AE3F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BC30E3A9-9134-91A9-2FF1-56DB2537A2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6E970824-EDD6-993A-D168-55F704E5F001}"/>
              </a:ext>
            </a:extLst>
          </p:cNvPr>
          <p:cNvGrpSpPr/>
          <p:nvPr/>
        </p:nvGrpSpPr>
        <p:grpSpPr>
          <a:xfrm>
            <a:off x="9576144" y="2477813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A5C47281-E5DA-6460-D124-144F9D0DF6C5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E7EAC127-EF93-B639-D490-7E9C74FE57E6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95D55548-D67C-7C21-4D77-8B85C53B7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56" name="Groep 55">
            <a:extLst>
              <a:ext uri="{FF2B5EF4-FFF2-40B4-BE49-F238E27FC236}">
                <a16:creationId xmlns:a16="http://schemas.microsoft.com/office/drawing/2014/main" id="{36E868B6-C76A-A187-0D1A-18ED4338195B}"/>
              </a:ext>
            </a:extLst>
          </p:cNvPr>
          <p:cNvGrpSpPr/>
          <p:nvPr/>
        </p:nvGrpSpPr>
        <p:grpSpPr>
          <a:xfrm>
            <a:off x="-35622" y="1058977"/>
            <a:ext cx="254297" cy="428625"/>
            <a:chOff x="98384" y="892547"/>
            <a:chExt cx="254297" cy="428625"/>
          </a:xfrm>
        </p:grpSpPr>
        <p:sp>
          <p:nvSpPr>
            <p:cNvPr id="52" name="Rechthoek: afgeronde hoeken 51">
              <a:extLst>
                <a:ext uri="{FF2B5EF4-FFF2-40B4-BE49-F238E27FC236}">
                  <a16:creationId xmlns:a16="http://schemas.microsoft.com/office/drawing/2014/main" id="{C760BA8C-5BAD-322D-BAB3-F50D778DE6C8}"/>
                </a:ext>
              </a:extLst>
            </p:cNvPr>
            <p:cNvSpPr/>
            <p:nvPr/>
          </p:nvSpPr>
          <p:spPr>
            <a:xfrm>
              <a:off x="98384" y="892547"/>
              <a:ext cx="254297" cy="428625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A2DD4F6D-21F3-9F24-7F57-A0BCAB7466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1940" y="1057329"/>
              <a:ext cx="95250" cy="95250"/>
            </a:xfrm>
            <a:prstGeom prst="rect">
              <a:avLst/>
            </a:prstGeom>
          </p:spPr>
        </p:pic>
      </p:grpSp>
      <p:sp>
        <p:nvSpPr>
          <p:cNvPr id="75" name="Tekstvak 74">
            <a:hlinkClick r:id="rId13" action="ppaction://hlinksldjump"/>
            <a:extLst>
              <a:ext uri="{FF2B5EF4-FFF2-40B4-BE49-F238E27FC236}">
                <a16:creationId xmlns:a16="http://schemas.microsoft.com/office/drawing/2014/main" id="{77EF96A7-EC68-565B-D36F-4E8AFCD48AF7}"/>
              </a:ext>
            </a:extLst>
          </p:cNvPr>
          <p:cNvSpPr txBox="1"/>
          <p:nvPr/>
        </p:nvSpPr>
        <p:spPr>
          <a:xfrm>
            <a:off x="-75172" y="10761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/>
              <a:t>  </a:t>
            </a:r>
          </a:p>
        </p:txBody>
      </p: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A3386F0F-C306-FFEC-9C21-9684689AEB9B}"/>
              </a:ext>
            </a:extLst>
          </p:cNvPr>
          <p:cNvGraphicFramePr>
            <a:graphicFrameLocks/>
          </p:cNvGraphicFramePr>
          <p:nvPr/>
        </p:nvGraphicFramePr>
        <p:xfrm>
          <a:off x="284843" y="42778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220A52FC-6EAC-9D14-2FF3-680339A08DEE}"/>
              </a:ext>
            </a:extLst>
          </p:cNvPr>
          <p:cNvSpPr/>
          <p:nvPr/>
        </p:nvSpPr>
        <p:spPr>
          <a:xfrm>
            <a:off x="5081934" y="1068388"/>
            <a:ext cx="3852686" cy="2951854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AB8EDAF8-FB1F-D86B-0A1F-57F5FCFD26B5}"/>
              </a:ext>
            </a:extLst>
          </p:cNvPr>
          <p:cNvSpPr txBox="1"/>
          <p:nvPr/>
        </p:nvSpPr>
        <p:spPr>
          <a:xfrm>
            <a:off x="7971094" y="3273009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90E4487D-E0E3-D515-273A-22348B71E5F8}"/>
              </a:ext>
            </a:extLst>
          </p:cNvPr>
          <p:cNvSpPr txBox="1"/>
          <p:nvPr/>
        </p:nvSpPr>
        <p:spPr>
          <a:xfrm>
            <a:off x="7761686" y="2455556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B8367A02-B336-CC87-00E8-135A88EF1C5D}"/>
              </a:ext>
            </a:extLst>
          </p:cNvPr>
          <p:cNvSpPr txBox="1"/>
          <p:nvPr/>
        </p:nvSpPr>
        <p:spPr>
          <a:xfrm>
            <a:off x="7834866" y="1614116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E7BDFD17-FCC9-384A-1CF3-7FCF152D4598}"/>
              </a:ext>
            </a:extLst>
          </p:cNvPr>
          <p:cNvSpPr txBox="1"/>
          <p:nvPr/>
        </p:nvSpPr>
        <p:spPr>
          <a:xfrm>
            <a:off x="7975620" y="344648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6E9E815C-9AC4-F607-80A8-A3A6D5CFF64C}"/>
              </a:ext>
            </a:extLst>
          </p:cNvPr>
          <p:cNvSpPr txBox="1"/>
          <p:nvPr/>
        </p:nvSpPr>
        <p:spPr>
          <a:xfrm>
            <a:off x="7766212" y="2644269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D69FA331-2693-73AC-FB68-047596F55ABC}"/>
              </a:ext>
            </a:extLst>
          </p:cNvPr>
          <p:cNvGraphicFramePr>
            <a:graphicFrameLocks/>
          </p:cNvGraphicFramePr>
          <p:nvPr/>
        </p:nvGraphicFramePr>
        <p:xfrm>
          <a:off x="5099049" y="15821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B7FF86FC-DB1C-07D6-864D-12664542EF71}"/>
              </a:ext>
            </a:extLst>
          </p:cNvPr>
          <p:cNvSpPr txBox="1"/>
          <p:nvPr/>
        </p:nvSpPr>
        <p:spPr>
          <a:xfrm>
            <a:off x="7839393" y="1795209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480E2181-6BBC-E773-965C-58555718AA5E}"/>
              </a:ext>
            </a:extLst>
          </p:cNvPr>
          <p:cNvSpPr>
            <a:spLocks noChangeAspect="1"/>
          </p:cNvSpPr>
          <p:nvPr/>
        </p:nvSpPr>
        <p:spPr>
          <a:xfrm>
            <a:off x="5735039" y="1356995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42F70F31-FFAD-32C7-70E0-04C0E13ACB26}"/>
              </a:ext>
            </a:extLst>
          </p:cNvPr>
          <p:cNvSpPr txBox="1"/>
          <p:nvPr/>
        </p:nvSpPr>
        <p:spPr>
          <a:xfrm>
            <a:off x="5783661" y="130682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B40C53A5-DAD1-B962-132E-151840B4339E}"/>
              </a:ext>
            </a:extLst>
          </p:cNvPr>
          <p:cNvSpPr txBox="1"/>
          <p:nvPr/>
        </p:nvSpPr>
        <p:spPr>
          <a:xfrm>
            <a:off x="5293748" y="1512811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2A6023EF-27A2-5509-36D2-87E8F8F33371}"/>
              </a:ext>
            </a:extLst>
          </p:cNvPr>
          <p:cNvSpPr txBox="1"/>
          <p:nvPr/>
        </p:nvSpPr>
        <p:spPr>
          <a:xfrm>
            <a:off x="5271822" y="1306822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62CA6463-614E-3C7A-87B1-7ED41FF565BD}"/>
              </a:ext>
            </a:extLst>
          </p:cNvPr>
          <p:cNvSpPr>
            <a:spLocks noChangeAspect="1"/>
          </p:cNvSpPr>
          <p:nvPr/>
        </p:nvSpPr>
        <p:spPr>
          <a:xfrm>
            <a:off x="8114827" y="2020337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98CFA040-687D-B40A-23DA-D7A6E114993E}"/>
              </a:ext>
            </a:extLst>
          </p:cNvPr>
          <p:cNvSpPr txBox="1"/>
          <p:nvPr/>
        </p:nvSpPr>
        <p:spPr>
          <a:xfrm>
            <a:off x="8127837" y="1985329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C0D098ED-B0E8-9FC6-57C1-CBF9508FCE3B}"/>
              </a:ext>
            </a:extLst>
          </p:cNvPr>
          <p:cNvSpPr>
            <a:spLocks noChangeAspect="1"/>
          </p:cNvSpPr>
          <p:nvPr/>
        </p:nvSpPr>
        <p:spPr>
          <a:xfrm>
            <a:off x="8132012" y="2881279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FD9A36FE-DE76-03E1-C676-AFB0E1D179A1}"/>
              </a:ext>
            </a:extLst>
          </p:cNvPr>
          <p:cNvSpPr txBox="1"/>
          <p:nvPr/>
        </p:nvSpPr>
        <p:spPr>
          <a:xfrm>
            <a:off x="8145022" y="2846271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E60B61A1-A878-4869-126D-F3D33087B8C6}"/>
              </a:ext>
            </a:extLst>
          </p:cNvPr>
          <p:cNvSpPr>
            <a:spLocks noChangeAspect="1"/>
          </p:cNvSpPr>
          <p:nvPr/>
        </p:nvSpPr>
        <p:spPr>
          <a:xfrm>
            <a:off x="8114827" y="3656835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116C9C07-B5CD-3574-DE09-88ABCBF69C0B}"/>
              </a:ext>
            </a:extLst>
          </p:cNvPr>
          <p:cNvSpPr txBox="1"/>
          <p:nvPr/>
        </p:nvSpPr>
        <p:spPr>
          <a:xfrm>
            <a:off x="8127837" y="362182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875EE51D-7531-41E3-78BB-84C3C53F7DE8}"/>
              </a:ext>
            </a:extLst>
          </p:cNvPr>
          <p:cNvGraphicFramePr>
            <a:graphicFrameLocks/>
          </p:cNvGraphicFramePr>
          <p:nvPr/>
        </p:nvGraphicFramePr>
        <p:xfrm>
          <a:off x="6291943" y="45903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E781B567-872F-5154-2B8B-CBCB08CA275D}"/>
              </a:ext>
            </a:extLst>
          </p:cNvPr>
          <p:cNvSpPr txBox="1"/>
          <p:nvPr/>
        </p:nvSpPr>
        <p:spPr>
          <a:xfrm>
            <a:off x="6277429" y="41823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7EAE5D0F-3477-2553-11AD-2409C525F954}"/>
              </a:ext>
            </a:extLst>
          </p:cNvPr>
          <p:cNvSpPr txBox="1"/>
          <p:nvPr/>
        </p:nvSpPr>
        <p:spPr>
          <a:xfrm>
            <a:off x="526570" y="41823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4A3A257A-3EE0-8FE9-6C29-E52856F19143}"/>
              </a:ext>
            </a:extLst>
          </p:cNvPr>
          <p:cNvSpPr txBox="1"/>
          <p:nvPr/>
        </p:nvSpPr>
        <p:spPr>
          <a:xfrm>
            <a:off x="6354409" y="46996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6AF378BB-5A1D-F818-13DC-C28AC02F49AE}"/>
              </a:ext>
            </a:extLst>
          </p:cNvPr>
          <p:cNvSpPr txBox="1"/>
          <p:nvPr/>
        </p:nvSpPr>
        <p:spPr>
          <a:xfrm>
            <a:off x="6354409" y="53093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A7EB9C21-8B9B-B61A-59D1-788797BB8DEE}"/>
              </a:ext>
            </a:extLst>
          </p:cNvPr>
          <p:cNvSpPr txBox="1"/>
          <p:nvPr/>
        </p:nvSpPr>
        <p:spPr>
          <a:xfrm>
            <a:off x="6354409" y="5923409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84C5BE86-5F47-C978-1D7D-599EEDFEC467}"/>
              </a:ext>
            </a:extLst>
          </p:cNvPr>
          <p:cNvSpPr txBox="1"/>
          <p:nvPr/>
        </p:nvSpPr>
        <p:spPr>
          <a:xfrm>
            <a:off x="10988695" y="46884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F76E974F-0F8D-7638-5671-4BD6F52BF033}"/>
              </a:ext>
            </a:extLst>
          </p:cNvPr>
          <p:cNvSpPr txBox="1"/>
          <p:nvPr/>
        </p:nvSpPr>
        <p:spPr>
          <a:xfrm>
            <a:off x="10672904" y="52982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320E9539-F9B5-F28A-51F5-B42848E9685A}"/>
              </a:ext>
            </a:extLst>
          </p:cNvPr>
          <p:cNvSpPr txBox="1"/>
          <p:nvPr/>
        </p:nvSpPr>
        <p:spPr>
          <a:xfrm>
            <a:off x="11091289" y="5912219"/>
            <a:ext cx="7665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8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A758266F-3BAC-2160-2283-91826DD7143C}"/>
              </a:ext>
            </a:extLst>
          </p:cNvPr>
          <p:cNvSpPr txBox="1"/>
          <p:nvPr/>
        </p:nvSpPr>
        <p:spPr>
          <a:xfrm>
            <a:off x="8664057" y="49134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A6811C8C-2B39-C003-07E3-EC5A6E1D937C}"/>
              </a:ext>
            </a:extLst>
          </p:cNvPr>
          <p:cNvSpPr txBox="1"/>
          <p:nvPr/>
        </p:nvSpPr>
        <p:spPr>
          <a:xfrm>
            <a:off x="7240523" y="55226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93BFC041-B59F-6A4F-0088-BD0F60133944}"/>
              </a:ext>
            </a:extLst>
          </p:cNvPr>
          <p:cNvSpPr txBox="1"/>
          <p:nvPr/>
        </p:nvSpPr>
        <p:spPr>
          <a:xfrm>
            <a:off x="11322153" y="49382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90087FF6-7DD7-5792-0310-30138976DFEB}"/>
              </a:ext>
            </a:extLst>
          </p:cNvPr>
          <p:cNvSpPr txBox="1"/>
          <p:nvPr/>
        </p:nvSpPr>
        <p:spPr>
          <a:xfrm>
            <a:off x="10011853" y="55346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DFF8347A-D32D-D0C0-9F2A-8BA06A48EEAD}"/>
              </a:ext>
            </a:extLst>
          </p:cNvPr>
          <p:cNvSpPr txBox="1"/>
          <p:nvPr/>
        </p:nvSpPr>
        <p:spPr>
          <a:xfrm>
            <a:off x="10011853" y="6133863"/>
            <a:ext cx="3882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39EB6AA9-7AFA-A8B1-30D3-C01C70BCC3E5}"/>
              </a:ext>
            </a:extLst>
          </p:cNvPr>
          <p:cNvSpPr txBox="1"/>
          <p:nvPr/>
        </p:nvSpPr>
        <p:spPr>
          <a:xfrm>
            <a:off x="7256393" y="46869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6A707B18-BF46-49B4-76D3-6C248D83F974}"/>
              </a:ext>
            </a:extLst>
          </p:cNvPr>
          <p:cNvSpPr txBox="1"/>
          <p:nvPr/>
        </p:nvSpPr>
        <p:spPr>
          <a:xfrm>
            <a:off x="10166442" y="46739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88" name="Groep 87">
            <a:extLst>
              <a:ext uri="{FF2B5EF4-FFF2-40B4-BE49-F238E27FC236}">
                <a16:creationId xmlns:a16="http://schemas.microsoft.com/office/drawing/2014/main" id="{28C5F04B-27B4-139D-EDEB-4D8B994F6D33}"/>
              </a:ext>
            </a:extLst>
          </p:cNvPr>
          <p:cNvGrpSpPr/>
          <p:nvPr/>
        </p:nvGrpSpPr>
        <p:grpSpPr>
          <a:xfrm>
            <a:off x="299007" y="598105"/>
            <a:ext cx="2070269" cy="342000"/>
            <a:chOff x="1650350" y="378784"/>
            <a:chExt cx="2070269" cy="342000"/>
          </a:xfrm>
        </p:grpSpPr>
        <p:sp>
          <p:nvSpPr>
            <p:cNvPr id="84" name="Rechthoek: afgeronde hoeken 83">
              <a:extLst>
                <a:ext uri="{FF2B5EF4-FFF2-40B4-BE49-F238E27FC236}">
                  <a16:creationId xmlns:a16="http://schemas.microsoft.com/office/drawing/2014/main" id="{AE258988-CBC9-7091-D998-3F2261EB6439}"/>
                </a:ext>
              </a:extLst>
            </p:cNvPr>
            <p:cNvSpPr/>
            <p:nvPr/>
          </p:nvSpPr>
          <p:spPr>
            <a:xfrm>
              <a:off x="1650350" y="378784"/>
              <a:ext cx="2070269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6" name="Tekstvak 85">
              <a:extLst>
                <a:ext uri="{FF2B5EF4-FFF2-40B4-BE49-F238E27FC236}">
                  <a16:creationId xmlns:a16="http://schemas.microsoft.com/office/drawing/2014/main" id="{229A3AE6-3BA4-D0DD-0369-79D9442743C7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C0747993-2D40-7656-BB80-6A1722C48B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35515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04" name="Groep 103">
            <a:extLst>
              <a:ext uri="{FF2B5EF4-FFF2-40B4-BE49-F238E27FC236}">
                <a16:creationId xmlns:a16="http://schemas.microsoft.com/office/drawing/2014/main" id="{22641D96-719F-1BEE-C83A-6C79AFA390A6}"/>
              </a:ext>
            </a:extLst>
          </p:cNvPr>
          <p:cNvGrpSpPr/>
          <p:nvPr/>
        </p:nvGrpSpPr>
        <p:grpSpPr>
          <a:xfrm>
            <a:off x="2413928" y="598105"/>
            <a:ext cx="3175053" cy="342000"/>
            <a:chOff x="1650350" y="378784"/>
            <a:chExt cx="3175053" cy="342000"/>
          </a:xfrm>
        </p:grpSpPr>
        <p:sp>
          <p:nvSpPr>
            <p:cNvPr id="105" name="Rechthoek: afgeronde hoeken 104">
              <a:extLst>
                <a:ext uri="{FF2B5EF4-FFF2-40B4-BE49-F238E27FC236}">
                  <a16:creationId xmlns:a16="http://schemas.microsoft.com/office/drawing/2014/main" id="{E49FF3A3-D765-1D62-EBAA-D0A9FB3BCAC1}"/>
                </a:ext>
              </a:extLst>
            </p:cNvPr>
            <p:cNvSpPr/>
            <p:nvPr/>
          </p:nvSpPr>
          <p:spPr>
            <a:xfrm>
              <a:off x="1650350" y="378784"/>
              <a:ext cx="3175053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5" name="Tekstvak 114">
              <a:extLst>
                <a:ext uri="{FF2B5EF4-FFF2-40B4-BE49-F238E27FC236}">
                  <a16:creationId xmlns:a16="http://schemas.microsoft.com/office/drawing/2014/main" id="{F50634FD-2D3A-6487-6785-A3991C6D9A7D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D460AB50-702F-9334-DCBD-47E70F8658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4618325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27" name="Groep 126">
            <a:extLst>
              <a:ext uri="{FF2B5EF4-FFF2-40B4-BE49-F238E27FC236}">
                <a16:creationId xmlns:a16="http://schemas.microsoft.com/office/drawing/2014/main" id="{72B7DD3C-3065-B005-B33F-7E0291097EE8}"/>
              </a:ext>
            </a:extLst>
          </p:cNvPr>
          <p:cNvGrpSpPr/>
          <p:nvPr/>
        </p:nvGrpSpPr>
        <p:grpSpPr>
          <a:xfrm>
            <a:off x="5639974" y="598105"/>
            <a:ext cx="1029767" cy="342000"/>
            <a:chOff x="1650350" y="378784"/>
            <a:chExt cx="1029767" cy="342000"/>
          </a:xfrm>
        </p:grpSpPr>
        <p:sp>
          <p:nvSpPr>
            <p:cNvPr id="143" name="Rechthoek: afgeronde hoeken 142">
              <a:extLst>
                <a:ext uri="{FF2B5EF4-FFF2-40B4-BE49-F238E27FC236}">
                  <a16:creationId xmlns:a16="http://schemas.microsoft.com/office/drawing/2014/main" id="{9FFB8981-B26B-FA79-31C9-92005F9B5EC0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4" name="Tekstvak 143">
              <a:extLst>
                <a:ext uri="{FF2B5EF4-FFF2-40B4-BE49-F238E27FC236}">
                  <a16:creationId xmlns:a16="http://schemas.microsoft.com/office/drawing/2014/main" id="{892045A7-649F-2CB0-6C3E-98C4C583D15E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5" name="Graphic 144">
              <a:extLst>
                <a:ext uri="{FF2B5EF4-FFF2-40B4-BE49-F238E27FC236}">
                  <a16:creationId xmlns:a16="http://schemas.microsoft.com/office/drawing/2014/main" id="{503DBF6E-1CEB-9807-4EAA-3523D4ECCF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146" name="Groep 145">
            <a:extLst>
              <a:ext uri="{FF2B5EF4-FFF2-40B4-BE49-F238E27FC236}">
                <a16:creationId xmlns:a16="http://schemas.microsoft.com/office/drawing/2014/main" id="{A2FEEC2B-71F7-F991-AAAE-416C67AF7A82}"/>
              </a:ext>
            </a:extLst>
          </p:cNvPr>
          <p:cNvGrpSpPr/>
          <p:nvPr/>
        </p:nvGrpSpPr>
        <p:grpSpPr>
          <a:xfrm>
            <a:off x="6718060" y="598105"/>
            <a:ext cx="1029767" cy="342000"/>
            <a:chOff x="1650350" y="378784"/>
            <a:chExt cx="1029767" cy="342000"/>
          </a:xfrm>
        </p:grpSpPr>
        <p:sp>
          <p:nvSpPr>
            <p:cNvPr id="147" name="Rechthoek: afgeronde hoeken 146">
              <a:extLst>
                <a:ext uri="{FF2B5EF4-FFF2-40B4-BE49-F238E27FC236}">
                  <a16:creationId xmlns:a16="http://schemas.microsoft.com/office/drawing/2014/main" id="{DC2DC2E6-4202-848B-B9FC-BCA59729B36D}"/>
                </a:ext>
              </a:extLst>
            </p:cNvPr>
            <p:cNvSpPr/>
            <p:nvPr/>
          </p:nvSpPr>
          <p:spPr>
            <a:xfrm>
              <a:off x="1650350" y="378784"/>
              <a:ext cx="1029767" cy="34200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E3E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48" name="Tekstvak 147">
              <a:extLst>
                <a:ext uri="{FF2B5EF4-FFF2-40B4-BE49-F238E27FC236}">
                  <a16:creationId xmlns:a16="http://schemas.microsoft.com/office/drawing/2014/main" id="{4AB59E97-9A01-1BE9-7502-934FCAA77CCC}"/>
                </a:ext>
              </a:extLst>
            </p:cNvPr>
            <p:cNvSpPr txBox="1"/>
            <p:nvPr/>
          </p:nvSpPr>
          <p:spPr>
            <a:xfrm>
              <a:off x="1726550" y="433559"/>
              <a:ext cx="5485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nl-BE" sz="1200">
                  <a:solidFill>
                    <a:srgbClr val="0C365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Filter</a:t>
              </a: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7D950455-E9DE-99E3-E846-B0CD2BD059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5400000">
              <a:off x="2436069" y="511493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2817388D-3FA2-1D86-882F-E66AEC3053DE}"/>
              </a:ext>
            </a:extLst>
          </p:cNvPr>
          <p:cNvGrpSpPr/>
          <p:nvPr/>
        </p:nvGrpSpPr>
        <p:grpSpPr>
          <a:xfrm rot="16200000">
            <a:off x="4994202" y="-705348"/>
            <a:ext cx="2087483" cy="13208000"/>
            <a:chOff x="500430" y="-4383885"/>
            <a:chExt cx="2087483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75030C54-7100-5FEC-FE32-49C25AEDD0E3}"/>
                </a:ext>
              </a:extLst>
            </p:cNvPr>
            <p:cNvSpPr/>
            <p:nvPr/>
          </p:nvSpPr>
          <p:spPr>
            <a:xfrm>
              <a:off x="500430" y="-4383885"/>
              <a:ext cx="2087483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F1B53F56-160E-4C37-2880-626BEB2DCD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2445109" y="1783352"/>
              <a:ext cx="95250" cy="95250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CFD1121A-E812-3BE8-4BDC-662F5834C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7480" y="5013515"/>
            <a:ext cx="1151038" cy="417950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7B6E437E-246F-9BA3-FB17-5717A339AEB0}"/>
              </a:ext>
            </a:extLst>
          </p:cNvPr>
          <p:cNvSpPr txBox="1"/>
          <p:nvPr/>
        </p:nvSpPr>
        <p:spPr>
          <a:xfrm>
            <a:off x="211993" y="5585975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Onze oplossingen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224AF6FA-AF54-3E6D-C628-7B47735E4B4B}"/>
              </a:ext>
            </a:extLst>
          </p:cNvPr>
          <p:cNvSpPr txBox="1"/>
          <p:nvPr/>
        </p:nvSpPr>
        <p:spPr>
          <a:xfrm>
            <a:off x="211993" y="5852675"/>
            <a:ext cx="11801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Gebouwtechnieken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260B9DFD-D9D2-E776-2B54-63FCF3DE7D5A}"/>
              </a:ext>
            </a:extLst>
          </p:cNvPr>
          <p:cNvSpPr txBox="1"/>
          <p:nvPr/>
        </p:nvSpPr>
        <p:spPr>
          <a:xfrm>
            <a:off x="211993" y="6043175"/>
            <a:ext cx="12923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Industrial Automation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4ECD5DB-BA2F-C99F-FB8A-610F0A282071}"/>
              </a:ext>
            </a:extLst>
          </p:cNvPr>
          <p:cNvSpPr txBox="1"/>
          <p:nvPr/>
        </p:nvSpPr>
        <p:spPr>
          <a:xfrm>
            <a:off x="211993" y="6224356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4E86E874-A465-0797-3337-E8AEE419D61C}"/>
              </a:ext>
            </a:extLst>
          </p:cNvPr>
          <p:cNvSpPr txBox="1"/>
          <p:nvPr/>
        </p:nvSpPr>
        <p:spPr>
          <a:xfrm>
            <a:off x="10157883" y="5592620"/>
            <a:ext cx="705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VMA NV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B327A4A4-08DD-9AF6-F695-FAB4CE2CA5D4}"/>
              </a:ext>
            </a:extLst>
          </p:cNvPr>
          <p:cNvSpPr txBox="1"/>
          <p:nvPr/>
        </p:nvSpPr>
        <p:spPr>
          <a:xfrm>
            <a:off x="10157883" y="5859320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Kortrijksesteenweg</a:t>
            </a:r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14b</a:t>
            </a:r>
          </a:p>
        </p:txBody>
      </p:sp>
      <p:sp>
        <p:nvSpPr>
          <p:cNvPr id="47" name="Tekstvak 46">
            <a:extLst>
              <a:ext uri="{FF2B5EF4-FFF2-40B4-BE49-F238E27FC236}">
                <a16:creationId xmlns:a16="http://schemas.microsoft.com/office/drawing/2014/main" id="{417F8E64-65EB-9B76-E740-7D4B6CD1A88F}"/>
              </a:ext>
            </a:extLst>
          </p:cNvPr>
          <p:cNvSpPr txBox="1"/>
          <p:nvPr/>
        </p:nvSpPr>
        <p:spPr>
          <a:xfrm>
            <a:off x="10157883" y="6049820"/>
            <a:ext cx="1502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9830 Sint-Martens-Latem</a:t>
            </a:r>
          </a:p>
        </p:txBody>
      </p:sp>
      <p:sp>
        <p:nvSpPr>
          <p:cNvPr id="48" name="Tekstvak 47">
            <a:extLst>
              <a:ext uri="{FF2B5EF4-FFF2-40B4-BE49-F238E27FC236}">
                <a16:creationId xmlns:a16="http://schemas.microsoft.com/office/drawing/2014/main" id="{43A11833-2590-D184-1C6F-083213095F69}"/>
              </a:ext>
            </a:extLst>
          </p:cNvPr>
          <p:cNvSpPr txBox="1"/>
          <p:nvPr/>
        </p:nvSpPr>
        <p:spPr>
          <a:xfrm>
            <a:off x="10157883" y="6231001"/>
            <a:ext cx="8659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info@vma.be</a:t>
            </a:r>
          </a:p>
        </p:txBody>
      </p:sp>
      <p:pic>
        <p:nvPicPr>
          <p:cNvPr id="53" name="Afbeelding 52">
            <a:extLst>
              <a:ext uri="{FF2B5EF4-FFF2-40B4-BE49-F238E27FC236}">
                <a16:creationId xmlns:a16="http://schemas.microsoft.com/office/drawing/2014/main" id="{642746B0-6028-03A1-5F77-EBF6C53DC3C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15033" y="5079742"/>
            <a:ext cx="1162212" cy="333422"/>
          </a:xfrm>
          <a:prstGeom prst="rect">
            <a:avLst/>
          </a:prstGeom>
        </p:spPr>
      </p:pic>
      <p:sp>
        <p:nvSpPr>
          <p:cNvPr id="55" name="Tekstvak 54">
            <a:extLst>
              <a:ext uri="{FF2B5EF4-FFF2-40B4-BE49-F238E27FC236}">
                <a16:creationId xmlns:a16="http://schemas.microsoft.com/office/drawing/2014/main" id="{511C979C-1BB9-3AFB-75AD-7F829720C245}"/>
              </a:ext>
            </a:extLst>
          </p:cNvPr>
          <p:cNvSpPr txBox="1"/>
          <p:nvPr/>
        </p:nvSpPr>
        <p:spPr>
          <a:xfrm>
            <a:off x="2629936" y="5585201"/>
            <a:ext cx="10518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10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E0C80BF3-B2B8-270A-00E8-889FEB7A68EC}"/>
              </a:ext>
            </a:extLst>
          </p:cNvPr>
          <p:cNvSpPr txBox="1"/>
          <p:nvPr/>
        </p:nvSpPr>
        <p:spPr>
          <a:xfrm>
            <a:off x="2629936" y="5851901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C50B1527-8348-C08C-BEB4-B1721430A41C}"/>
              </a:ext>
            </a:extLst>
          </p:cNvPr>
          <p:cNvSpPr txBox="1"/>
          <p:nvPr/>
        </p:nvSpPr>
        <p:spPr>
          <a:xfrm>
            <a:off x="2629936" y="6042401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896A6886-150E-E03D-2C2A-826E827B5024}"/>
              </a:ext>
            </a:extLst>
          </p:cNvPr>
          <p:cNvSpPr txBox="1"/>
          <p:nvPr/>
        </p:nvSpPr>
        <p:spPr>
          <a:xfrm>
            <a:off x="2629936" y="6223582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D27BD464-B667-1832-3BA1-8907BF8DB880}"/>
              </a:ext>
            </a:extLst>
          </p:cNvPr>
          <p:cNvSpPr txBox="1"/>
          <p:nvPr/>
        </p:nvSpPr>
        <p:spPr>
          <a:xfrm>
            <a:off x="4705403" y="5584427"/>
            <a:ext cx="10518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1000" b="1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1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kstvak 60">
            <a:extLst>
              <a:ext uri="{FF2B5EF4-FFF2-40B4-BE49-F238E27FC236}">
                <a16:creationId xmlns:a16="http://schemas.microsoft.com/office/drawing/2014/main" id="{EC1B8679-C195-EBF5-1EF4-B9D8B3EE6BF4}"/>
              </a:ext>
            </a:extLst>
          </p:cNvPr>
          <p:cNvSpPr txBox="1"/>
          <p:nvPr/>
        </p:nvSpPr>
        <p:spPr>
          <a:xfrm>
            <a:off x="4705403" y="5851127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1667090B-AF26-594B-5C64-0ED285DDC330}"/>
              </a:ext>
            </a:extLst>
          </p:cNvPr>
          <p:cNvSpPr txBox="1"/>
          <p:nvPr/>
        </p:nvSpPr>
        <p:spPr>
          <a:xfrm>
            <a:off x="4705403" y="6041627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29BB1BC0-EF4D-2878-D61F-31A59CBE2E98}"/>
              </a:ext>
            </a:extLst>
          </p:cNvPr>
          <p:cNvSpPr txBox="1"/>
          <p:nvPr/>
        </p:nvSpPr>
        <p:spPr>
          <a:xfrm>
            <a:off x="4705403" y="6222808"/>
            <a:ext cx="8515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Lorum </a:t>
            </a:r>
            <a:r>
              <a:rPr lang="nl-BE" sz="80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ipsum</a:t>
            </a:r>
            <a:endParaRPr lang="nl-BE" sz="8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kstvak 63">
            <a:extLst>
              <a:ext uri="{FF2B5EF4-FFF2-40B4-BE49-F238E27FC236}">
                <a16:creationId xmlns:a16="http://schemas.microsoft.com/office/drawing/2014/main" id="{6E7E6241-99FC-C3D5-702E-716034AB7A3C}"/>
              </a:ext>
            </a:extLst>
          </p:cNvPr>
          <p:cNvSpPr txBox="1"/>
          <p:nvPr/>
        </p:nvSpPr>
        <p:spPr>
          <a:xfrm>
            <a:off x="211993" y="6538226"/>
            <a:ext cx="13612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 2025 VMA </a:t>
            </a:r>
            <a:r>
              <a:rPr lang="nl-BE" sz="600" err="1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BE" sz="600" err="1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rights</a:t>
            </a:r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BE" sz="600" err="1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reserved</a:t>
            </a:r>
            <a:r>
              <a:rPr lang="nl-BE" sz="6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D942940-59D7-10F8-720C-05ED5E4D9C8F}"/>
              </a:ext>
            </a:extLst>
          </p:cNvPr>
          <p:cNvSpPr txBox="1"/>
          <p:nvPr/>
        </p:nvSpPr>
        <p:spPr>
          <a:xfrm>
            <a:off x="2626477" y="3948111"/>
            <a:ext cx="9074279" cy="92333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nl-BE" err="1"/>
              <a:t>Fixed</a:t>
            </a:r>
            <a:r>
              <a:rPr lang="nl-BE"/>
              <a:t> </a:t>
            </a:r>
            <a:r>
              <a:rPr lang="nl-BE" err="1"/>
              <a:t>location</a:t>
            </a:r>
            <a:r>
              <a:rPr lang="nl-BE"/>
              <a:t>, starts </a:t>
            </a:r>
            <a:r>
              <a:rPr lang="nl-BE" err="1"/>
              <a:t>from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err="1"/>
              <a:t>bottom</a:t>
            </a:r>
            <a:endParaRPr lang="nl-BE"/>
          </a:p>
          <a:p>
            <a:r>
              <a:rPr lang="nl-BE" err="1"/>
              <a:t>Apply</a:t>
            </a:r>
            <a:r>
              <a:rPr lang="nl-BE"/>
              <a:t> a </a:t>
            </a:r>
            <a:r>
              <a:rPr lang="nl-BE" err="1"/>
              <a:t>flex</a:t>
            </a:r>
            <a:r>
              <a:rPr lang="nl-BE"/>
              <a:t> </a:t>
            </a:r>
            <a:r>
              <a:rPr lang="nl-BE" err="1"/>
              <a:t>layout</a:t>
            </a:r>
            <a:r>
              <a:rPr lang="nl-BE"/>
              <a:t>, </a:t>
            </a:r>
            <a:r>
              <a:rPr lang="nl-BE" err="1"/>
              <a:t>so</a:t>
            </a:r>
            <a:r>
              <a:rPr lang="nl-BE"/>
              <a:t> </a:t>
            </a:r>
            <a:r>
              <a:rPr lang="nl-BE" err="1"/>
              <a:t>that</a:t>
            </a:r>
            <a:r>
              <a:rPr lang="nl-BE"/>
              <a:t> </a:t>
            </a:r>
            <a:r>
              <a:rPr lang="nl-BE" err="1"/>
              <a:t>each</a:t>
            </a:r>
            <a:r>
              <a:rPr lang="nl-BE"/>
              <a:t> ‘block’ </a:t>
            </a:r>
            <a:r>
              <a:rPr lang="nl-BE" err="1"/>
              <a:t>gets</a:t>
            </a:r>
            <a:r>
              <a:rPr lang="nl-BE"/>
              <a:t> </a:t>
            </a:r>
            <a:r>
              <a:rPr lang="nl-BE" err="1"/>
              <a:t>rendered</a:t>
            </a:r>
            <a:r>
              <a:rPr lang="nl-BE"/>
              <a:t> </a:t>
            </a:r>
            <a:r>
              <a:rPr lang="nl-BE" err="1"/>
              <a:t>according</a:t>
            </a:r>
            <a:r>
              <a:rPr lang="nl-BE"/>
              <a:t>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its</a:t>
            </a:r>
            <a:r>
              <a:rPr lang="nl-BE"/>
              <a:t> </a:t>
            </a:r>
            <a:r>
              <a:rPr lang="nl-BE" err="1"/>
              <a:t>space</a:t>
            </a:r>
            <a:r>
              <a:rPr lang="nl-BE"/>
              <a:t> on next </a:t>
            </a:r>
            <a:r>
              <a:rPr lang="nl-BE" err="1"/>
              <a:t>row</a:t>
            </a:r>
            <a:r>
              <a:rPr lang="nl-BE"/>
              <a:t>(s)</a:t>
            </a:r>
          </a:p>
          <a:p>
            <a:r>
              <a:rPr lang="nl-BE" err="1"/>
              <a:t>When</a:t>
            </a:r>
            <a:r>
              <a:rPr lang="nl-BE"/>
              <a:t> </a:t>
            </a:r>
            <a:r>
              <a:rPr lang="nl-BE" err="1"/>
              <a:t>not</a:t>
            </a:r>
            <a:r>
              <a:rPr lang="nl-BE"/>
              <a:t> </a:t>
            </a:r>
            <a:r>
              <a:rPr lang="nl-BE" err="1"/>
              <a:t>enough</a:t>
            </a:r>
            <a:r>
              <a:rPr lang="nl-BE"/>
              <a:t> </a:t>
            </a:r>
            <a:r>
              <a:rPr lang="nl-BE" err="1"/>
              <a:t>place</a:t>
            </a:r>
            <a:r>
              <a:rPr lang="nl-BE"/>
              <a:t> in </a:t>
            </a:r>
            <a:r>
              <a:rPr lang="nl-BE" err="1"/>
              <a:t>height</a:t>
            </a:r>
            <a:r>
              <a:rPr lang="nl-BE"/>
              <a:t>,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scrolling</a:t>
            </a:r>
            <a:r>
              <a:rPr lang="nl-BE"/>
              <a:t> (up/down </a:t>
            </a:r>
            <a:r>
              <a:rPr lang="nl-BE" err="1"/>
              <a:t>arrows</a:t>
            </a:r>
            <a:r>
              <a:rPr lang="nl-BE"/>
              <a:t>) </a:t>
            </a:r>
            <a:r>
              <a:rPr lang="nl-BE" err="1"/>
              <a:t>possibilities</a:t>
            </a:r>
            <a:endParaRPr lang="nl-BE"/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C7F21E0D-4E4C-5643-C1FC-DEB04B7064F9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073380" y="4409776"/>
            <a:ext cx="553097" cy="40031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19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88772-340E-54AA-A469-0BB704BB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Grid</a:t>
            </a:r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48DFE13-DEA3-A662-CAD8-F5F422349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80" y="1897283"/>
            <a:ext cx="4381880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79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3B36-6E9A-5064-B2C6-C74BFF0E5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0654432D-3188-B012-A0FA-D4BF2068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608"/>
            <a:ext cx="12192000" cy="61647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22762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C5445B-8517-8E42-1D5B-66E61B2A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E434-E188-AF4B-802D-5450AB98AD20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53A283E-7E64-442C-8E39-4D021FCBEAEF}"/>
              </a:ext>
            </a:extLst>
          </p:cNvPr>
          <p:cNvSpPr txBox="1">
            <a:spLocks/>
          </p:cNvSpPr>
          <p:nvPr/>
        </p:nvSpPr>
        <p:spPr>
          <a:xfrm>
            <a:off x="849990" y="606424"/>
            <a:ext cx="4532086" cy="1454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4000" b="1" err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Colors</a:t>
            </a:r>
            <a:endParaRPr lang="fr-FR" sz="40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099E78F8-00A8-42C4-AA20-A67231AF1A2B}"/>
              </a:ext>
            </a:extLst>
          </p:cNvPr>
          <p:cNvSpPr/>
          <p:nvPr/>
        </p:nvSpPr>
        <p:spPr>
          <a:xfrm>
            <a:off x="933450" y="1895475"/>
            <a:ext cx="523875" cy="371475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5B1E89A1-8099-435B-913D-04C1AFA56F81}"/>
              </a:ext>
            </a:extLst>
          </p:cNvPr>
          <p:cNvSpPr/>
          <p:nvPr/>
        </p:nvSpPr>
        <p:spPr>
          <a:xfrm>
            <a:off x="933450" y="2412585"/>
            <a:ext cx="523875" cy="371475"/>
          </a:xfrm>
          <a:prstGeom prst="rect">
            <a:avLst/>
          </a:prstGeom>
          <a:solidFill>
            <a:srgbClr val="97D6F1"/>
          </a:solidFill>
          <a:ln>
            <a:solidFill>
              <a:srgbClr val="97D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97D6F1"/>
              </a:solidFill>
            </a:endParaRPr>
          </a:p>
        </p:txBody>
      </p:sp>
      <p:sp>
        <p:nvSpPr>
          <p:cNvPr id="45" name="Espace réservé du contenu 2">
            <a:extLst>
              <a:ext uri="{FF2B5EF4-FFF2-40B4-BE49-F238E27FC236}">
                <a16:creationId xmlns:a16="http://schemas.microsoft.com/office/drawing/2014/main" id="{B30576E0-A568-4335-95F4-D192DBE2B632}"/>
              </a:ext>
            </a:extLst>
          </p:cNvPr>
          <p:cNvSpPr txBox="1">
            <a:spLocks/>
          </p:cNvSpPr>
          <p:nvPr/>
        </p:nvSpPr>
        <p:spPr>
          <a:xfrm>
            <a:off x="1686089" y="1795442"/>
            <a:ext cx="1217131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#00173A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0,23,58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23,14,0,77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6" name="Espace réservé du contenu 2">
            <a:extLst>
              <a:ext uri="{FF2B5EF4-FFF2-40B4-BE49-F238E27FC236}">
                <a16:creationId xmlns:a16="http://schemas.microsoft.com/office/drawing/2014/main" id="{B1923B10-4F57-4AEF-9554-32FD9E49E13D}"/>
              </a:ext>
            </a:extLst>
          </p:cNvPr>
          <p:cNvSpPr txBox="1">
            <a:spLocks/>
          </p:cNvSpPr>
          <p:nvPr/>
        </p:nvSpPr>
        <p:spPr>
          <a:xfrm>
            <a:off x="1696256" y="2339126"/>
            <a:ext cx="1217131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#97D6F1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151,214,241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36,11,0,6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66562-A3DE-C97C-BAAF-C69E06F3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929696"/>
            <a:ext cx="533573" cy="371475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8437C78-F068-4F03-7258-562109603595}"/>
              </a:ext>
            </a:extLst>
          </p:cNvPr>
          <p:cNvSpPr txBox="1">
            <a:spLocks/>
          </p:cNvSpPr>
          <p:nvPr/>
        </p:nvSpPr>
        <p:spPr>
          <a:xfrm>
            <a:off x="1696256" y="2876549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#54b2e5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84,178,229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63,22,0,10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455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C5445B-8517-8E42-1D5B-66E61B2A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E434-E188-AF4B-802D-5450AB98AD20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53A283E-7E64-442C-8E39-4D021FCBEAEF}"/>
              </a:ext>
            </a:extLst>
          </p:cNvPr>
          <p:cNvSpPr txBox="1">
            <a:spLocks/>
          </p:cNvSpPr>
          <p:nvPr/>
        </p:nvSpPr>
        <p:spPr>
          <a:xfrm>
            <a:off x="849990" y="606424"/>
            <a:ext cx="4532086" cy="145460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4000" b="1">
                <a:solidFill>
                  <a:srgbClr val="00173A"/>
                </a:solidFill>
                <a:latin typeface="Poppins"/>
                <a:cs typeface="Poppins"/>
              </a:rPr>
              <a:t>VMA Colors</a:t>
            </a:r>
            <a:endParaRPr lang="fr-FR" sz="40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6" name="Image 12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B2FA6101-208E-80C4-C469-0A44B7D23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003" y="2222944"/>
            <a:ext cx="5881553" cy="2135631"/>
          </a:xfrm>
          <a:prstGeom prst="rect">
            <a:avLst/>
          </a:prstGeom>
        </p:spPr>
      </p:pic>
      <p:sp>
        <p:nvSpPr>
          <p:cNvPr id="47" name="Espace réservé du contenu 2">
            <a:extLst>
              <a:ext uri="{FF2B5EF4-FFF2-40B4-BE49-F238E27FC236}">
                <a16:creationId xmlns:a16="http://schemas.microsoft.com/office/drawing/2014/main" id="{18B070D2-5574-4A2B-8FC2-33164D230441}"/>
              </a:ext>
            </a:extLst>
          </p:cNvPr>
          <p:cNvSpPr txBox="1">
            <a:spLocks/>
          </p:cNvSpPr>
          <p:nvPr/>
        </p:nvSpPr>
        <p:spPr>
          <a:xfrm>
            <a:off x="5001934" y="1417144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#91D5F5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145,213,245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41,13,0,4</a:t>
            </a:r>
          </a:p>
          <a:p>
            <a:pPr algn="l"/>
            <a:endParaRPr lang="fr-FR" sz="4000" b="1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17C6F744-47E9-4626-AAC8-127E0FF56D14}"/>
              </a:ext>
            </a:extLst>
          </p:cNvPr>
          <p:cNvSpPr txBox="1">
            <a:spLocks/>
          </p:cNvSpPr>
          <p:nvPr/>
        </p:nvSpPr>
        <p:spPr>
          <a:xfrm>
            <a:off x="3411621" y="1259540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#1EBBEE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30,187,238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82,21,0,7</a:t>
            </a:r>
          </a:p>
          <a:p>
            <a:pPr algn="l"/>
            <a:endParaRPr lang="fr-FR" sz="4000" b="1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FC958BE0-8A9D-4022-8C08-1C4FDD52183A}"/>
              </a:ext>
            </a:extLst>
          </p:cNvPr>
          <p:cNvCxnSpPr>
            <a:cxnSpLocks/>
          </p:cNvCxnSpPr>
          <p:nvPr/>
        </p:nvCxnSpPr>
        <p:spPr>
          <a:xfrm flipH="1" flipV="1">
            <a:off x="5645560" y="2027645"/>
            <a:ext cx="130804" cy="416535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chte verbindingslijn 51">
            <a:extLst>
              <a:ext uri="{FF2B5EF4-FFF2-40B4-BE49-F238E27FC236}">
                <a16:creationId xmlns:a16="http://schemas.microsoft.com/office/drawing/2014/main" id="{D7BCE034-D02C-4B16-B360-2F19B7A8449D}"/>
              </a:ext>
            </a:extLst>
          </p:cNvPr>
          <p:cNvCxnSpPr>
            <a:cxnSpLocks/>
          </p:cNvCxnSpPr>
          <p:nvPr/>
        </p:nvCxnSpPr>
        <p:spPr>
          <a:xfrm flipH="1" flipV="1">
            <a:off x="4613413" y="1731335"/>
            <a:ext cx="832375" cy="95699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space réservé du contenu 2">
            <a:extLst>
              <a:ext uri="{FF2B5EF4-FFF2-40B4-BE49-F238E27FC236}">
                <a16:creationId xmlns:a16="http://schemas.microsoft.com/office/drawing/2014/main" id="{BBE7EC1A-1464-4FF4-9C6D-C6986AB92D0F}"/>
              </a:ext>
            </a:extLst>
          </p:cNvPr>
          <p:cNvSpPr txBox="1">
            <a:spLocks/>
          </p:cNvSpPr>
          <p:nvPr/>
        </p:nvSpPr>
        <p:spPr>
          <a:xfrm>
            <a:off x="7872369" y="2001192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#72C0EB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114,192,235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51,18,0,8</a:t>
            </a:r>
          </a:p>
          <a:p>
            <a:pPr algn="l"/>
            <a:endParaRPr lang="fr-FR" sz="4000" b="1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7" name="Espace réservé du contenu 2">
            <a:extLst>
              <a:ext uri="{FF2B5EF4-FFF2-40B4-BE49-F238E27FC236}">
                <a16:creationId xmlns:a16="http://schemas.microsoft.com/office/drawing/2014/main" id="{FB7942E3-A808-4768-A423-918AAE0CAED4}"/>
              </a:ext>
            </a:extLst>
          </p:cNvPr>
          <p:cNvSpPr txBox="1">
            <a:spLocks/>
          </p:cNvSpPr>
          <p:nvPr/>
        </p:nvSpPr>
        <p:spPr>
          <a:xfrm>
            <a:off x="6467927" y="1716885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#0FADE4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15,173,228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93,24,0,11</a:t>
            </a:r>
          </a:p>
          <a:p>
            <a:pPr algn="l"/>
            <a:endParaRPr lang="fr-FR" sz="4000" b="1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58" name="Rechte verbindingslijn 57">
            <a:extLst>
              <a:ext uri="{FF2B5EF4-FFF2-40B4-BE49-F238E27FC236}">
                <a16:creationId xmlns:a16="http://schemas.microsoft.com/office/drawing/2014/main" id="{413C124F-C809-4B6E-92E0-A2E94069730A}"/>
              </a:ext>
            </a:extLst>
          </p:cNvPr>
          <p:cNvCxnSpPr>
            <a:cxnSpLocks/>
          </p:cNvCxnSpPr>
          <p:nvPr/>
        </p:nvCxnSpPr>
        <p:spPr>
          <a:xfrm flipV="1">
            <a:off x="6126010" y="2285620"/>
            <a:ext cx="497902" cy="478241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Rechte verbindingslijn 61">
            <a:extLst>
              <a:ext uri="{FF2B5EF4-FFF2-40B4-BE49-F238E27FC236}">
                <a16:creationId xmlns:a16="http://schemas.microsoft.com/office/drawing/2014/main" id="{DDBC3FEB-38F1-41AE-9F40-62F6C68D7ECE}"/>
              </a:ext>
            </a:extLst>
          </p:cNvPr>
          <p:cNvCxnSpPr>
            <a:cxnSpLocks/>
          </p:cNvCxnSpPr>
          <p:nvPr/>
        </p:nvCxnSpPr>
        <p:spPr>
          <a:xfrm flipV="1">
            <a:off x="6541293" y="2388193"/>
            <a:ext cx="1229049" cy="53808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space réservé du contenu 2">
            <a:extLst>
              <a:ext uri="{FF2B5EF4-FFF2-40B4-BE49-F238E27FC236}">
                <a16:creationId xmlns:a16="http://schemas.microsoft.com/office/drawing/2014/main" id="{6389DB8E-2B15-4746-9F22-097EC8F79E80}"/>
              </a:ext>
            </a:extLst>
          </p:cNvPr>
          <p:cNvSpPr txBox="1">
            <a:spLocks/>
          </p:cNvSpPr>
          <p:nvPr/>
        </p:nvSpPr>
        <p:spPr>
          <a:xfrm>
            <a:off x="7196638" y="2824976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 14A1DC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20,161,220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91,27,0,14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F9715F24-6EFC-4A3B-8A2A-7BB02918D493}"/>
              </a:ext>
            </a:extLst>
          </p:cNvPr>
          <p:cNvCxnSpPr>
            <a:cxnSpLocks/>
          </p:cNvCxnSpPr>
          <p:nvPr/>
        </p:nvCxnSpPr>
        <p:spPr>
          <a:xfrm flipV="1">
            <a:off x="6467927" y="3148031"/>
            <a:ext cx="626293" cy="11270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space réservé du contenu 2">
            <a:extLst>
              <a:ext uri="{FF2B5EF4-FFF2-40B4-BE49-F238E27FC236}">
                <a16:creationId xmlns:a16="http://schemas.microsoft.com/office/drawing/2014/main" id="{8795D59C-683B-4052-9C30-ACC58F2E011B}"/>
              </a:ext>
            </a:extLst>
          </p:cNvPr>
          <p:cNvSpPr txBox="1">
            <a:spLocks/>
          </p:cNvSpPr>
          <p:nvPr/>
        </p:nvSpPr>
        <p:spPr>
          <a:xfrm>
            <a:off x="3196186" y="3387321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#79C4B1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121,196,177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38,0,10,23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70" name="Rechte verbindingslijn 69">
            <a:extLst>
              <a:ext uri="{FF2B5EF4-FFF2-40B4-BE49-F238E27FC236}">
                <a16:creationId xmlns:a16="http://schemas.microsoft.com/office/drawing/2014/main" id="{1BF0F1AA-481C-4E4A-AF10-9ABCDDD963E7}"/>
              </a:ext>
            </a:extLst>
          </p:cNvPr>
          <p:cNvCxnSpPr>
            <a:cxnSpLocks/>
          </p:cNvCxnSpPr>
          <p:nvPr/>
        </p:nvCxnSpPr>
        <p:spPr>
          <a:xfrm flipH="1">
            <a:off x="4469233" y="3555838"/>
            <a:ext cx="573342" cy="96649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space réservé du contenu 2">
            <a:extLst>
              <a:ext uri="{FF2B5EF4-FFF2-40B4-BE49-F238E27FC236}">
                <a16:creationId xmlns:a16="http://schemas.microsoft.com/office/drawing/2014/main" id="{D83D348E-9E83-42D3-940F-35DC4F6C35FE}"/>
              </a:ext>
            </a:extLst>
          </p:cNvPr>
          <p:cNvSpPr txBox="1">
            <a:spLocks/>
          </p:cNvSpPr>
          <p:nvPr/>
        </p:nvSpPr>
        <p:spPr>
          <a:xfrm>
            <a:off x="4400266" y="4414673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#18A781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24,167,129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86,0,23,35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75" name="Rechte verbindingslijn 74">
            <a:extLst>
              <a:ext uri="{FF2B5EF4-FFF2-40B4-BE49-F238E27FC236}">
                <a16:creationId xmlns:a16="http://schemas.microsoft.com/office/drawing/2014/main" id="{E2CF7C71-AE62-49A2-BDED-849333531BE6}"/>
              </a:ext>
            </a:extLst>
          </p:cNvPr>
          <p:cNvCxnSpPr>
            <a:cxnSpLocks/>
          </p:cNvCxnSpPr>
          <p:nvPr/>
        </p:nvCxnSpPr>
        <p:spPr>
          <a:xfrm flipH="1">
            <a:off x="5108688" y="3886519"/>
            <a:ext cx="337099" cy="452024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Espace réservé du contenu 2">
            <a:extLst>
              <a:ext uri="{FF2B5EF4-FFF2-40B4-BE49-F238E27FC236}">
                <a16:creationId xmlns:a16="http://schemas.microsoft.com/office/drawing/2014/main" id="{44246C79-C5F5-4E5C-8598-DBC0165323A9}"/>
              </a:ext>
            </a:extLst>
          </p:cNvPr>
          <p:cNvSpPr txBox="1">
            <a:spLocks/>
          </p:cNvSpPr>
          <p:nvPr/>
        </p:nvSpPr>
        <p:spPr>
          <a:xfrm>
            <a:off x="6201975" y="4304123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#129FA7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18,159,167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89,5,0,35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80" name="Rechte verbindingslijn 79">
            <a:extLst>
              <a:ext uri="{FF2B5EF4-FFF2-40B4-BE49-F238E27FC236}">
                <a16:creationId xmlns:a16="http://schemas.microsoft.com/office/drawing/2014/main" id="{D9E37EB5-E6EA-4DCA-BAF2-33C926032BA2}"/>
              </a:ext>
            </a:extLst>
          </p:cNvPr>
          <p:cNvCxnSpPr>
            <a:cxnSpLocks/>
          </p:cNvCxnSpPr>
          <p:nvPr/>
        </p:nvCxnSpPr>
        <p:spPr>
          <a:xfrm>
            <a:off x="6140999" y="3903609"/>
            <a:ext cx="300473" cy="329473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space réservé du contenu 2">
            <a:extLst>
              <a:ext uri="{FF2B5EF4-FFF2-40B4-BE49-F238E27FC236}">
                <a16:creationId xmlns:a16="http://schemas.microsoft.com/office/drawing/2014/main" id="{84A12C40-24C0-42F4-9148-08B0C5DE29EB}"/>
              </a:ext>
            </a:extLst>
          </p:cNvPr>
          <p:cNvSpPr txBox="1">
            <a:spLocks/>
          </p:cNvSpPr>
          <p:nvPr/>
        </p:nvSpPr>
        <p:spPr>
          <a:xfrm>
            <a:off x="3657654" y="1961520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#218FCF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33,143,207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84,31,0,19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84" name="Rechte verbindingslijn 83">
            <a:extLst>
              <a:ext uri="{FF2B5EF4-FFF2-40B4-BE49-F238E27FC236}">
                <a16:creationId xmlns:a16="http://schemas.microsoft.com/office/drawing/2014/main" id="{0E4B1935-D90A-4226-B1F5-34805435D249}"/>
              </a:ext>
            </a:extLst>
          </p:cNvPr>
          <p:cNvCxnSpPr>
            <a:cxnSpLocks/>
          </p:cNvCxnSpPr>
          <p:nvPr/>
        </p:nvCxnSpPr>
        <p:spPr>
          <a:xfrm flipH="1" flipV="1">
            <a:off x="4813351" y="2492615"/>
            <a:ext cx="842866" cy="518619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space réservé du contenu 2">
            <a:extLst>
              <a:ext uri="{FF2B5EF4-FFF2-40B4-BE49-F238E27FC236}">
                <a16:creationId xmlns:a16="http://schemas.microsoft.com/office/drawing/2014/main" id="{A0F869C7-CD37-4231-87E0-51C16E91B38C}"/>
              </a:ext>
            </a:extLst>
          </p:cNvPr>
          <p:cNvSpPr txBox="1">
            <a:spLocks/>
          </p:cNvSpPr>
          <p:nvPr/>
        </p:nvSpPr>
        <p:spPr>
          <a:xfrm>
            <a:off x="7986764" y="3498501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#1A7FC3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26,127,195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87,35,0,24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89" name="Rechte verbindingslijn 88">
            <a:extLst>
              <a:ext uri="{FF2B5EF4-FFF2-40B4-BE49-F238E27FC236}">
                <a16:creationId xmlns:a16="http://schemas.microsoft.com/office/drawing/2014/main" id="{63EA9E15-2540-49B7-BD26-4DA8D6B7059F}"/>
              </a:ext>
            </a:extLst>
          </p:cNvPr>
          <p:cNvCxnSpPr>
            <a:cxnSpLocks/>
          </p:cNvCxnSpPr>
          <p:nvPr/>
        </p:nvCxnSpPr>
        <p:spPr>
          <a:xfrm>
            <a:off x="6140999" y="3314243"/>
            <a:ext cx="1775408" cy="429572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Rechte verbindingslijn 91">
            <a:extLst>
              <a:ext uri="{FF2B5EF4-FFF2-40B4-BE49-F238E27FC236}">
                <a16:creationId xmlns:a16="http://schemas.microsoft.com/office/drawing/2014/main" id="{EE9E9475-A494-454C-85A6-0D6EE1CAEED2}"/>
              </a:ext>
            </a:extLst>
          </p:cNvPr>
          <p:cNvCxnSpPr>
            <a:cxnSpLocks/>
          </p:cNvCxnSpPr>
          <p:nvPr/>
        </p:nvCxnSpPr>
        <p:spPr>
          <a:xfrm flipV="1">
            <a:off x="5959781" y="1355437"/>
            <a:ext cx="455235" cy="165579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space réservé du contenu 2">
            <a:extLst>
              <a:ext uri="{FF2B5EF4-FFF2-40B4-BE49-F238E27FC236}">
                <a16:creationId xmlns:a16="http://schemas.microsoft.com/office/drawing/2014/main" id="{76748056-BB2D-46BC-A42A-21B82960BD39}"/>
              </a:ext>
            </a:extLst>
          </p:cNvPr>
          <p:cNvSpPr txBox="1">
            <a:spLocks/>
          </p:cNvSpPr>
          <p:nvPr/>
        </p:nvSpPr>
        <p:spPr>
          <a:xfrm>
            <a:off x="6061304" y="764867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#2388C9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35,137,201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83,32,0,21</a:t>
            </a:r>
          </a:p>
          <a:p>
            <a:pPr algn="l"/>
            <a:endParaRPr lang="fr-FR" sz="4000" b="1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7" name="Espace réservé du contenu 2">
            <a:extLst>
              <a:ext uri="{FF2B5EF4-FFF2-40B4-BE49-F238E27FC236}">
                <a16:creationId xmlns:a16="http://schemas.microsoft.com/office/drawing/2014/main" id="{B2F33DC2-AA79-488C-A945-AE5D1027B78F}"/>
              </a:ext>
            </a:extLst>
          </p:cNvPr>
          <p:cNvSpPr txBox="1">
            <a:spLocks/>
          </p:cNvSpPr>
          <p:nvPr/>
        </p:nvSpPr>
        <p:spPr>
          <a:xfrm>
            <a:off x="7840124" y="4282709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#15878E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21,135,142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85,5,0,44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98" name="Rechte verbindingslijn 97">
            <a:extLst>
              <a:ext uri="{FF2B5EF4-FFF2-40B4-BE49-F238E27FC236}">
                <a16:creationId xmlns:a16="http://schemas.microsoft.com/office/drawing/2014/main" id="{7EABC8AB-7042-4B7A-A33C-5DA69628926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5933900" y="3561615"/>
            <a:ext cx="1888880" cy="796960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space réservé du contenu 2">
            <a:extLst>
              <a:ext uri="{FF2B5EF4-FFF2-40B4-BE49-F238E27FC236}">
                <a16:creationId xmlns:a16="http://schemas.microsoft.com/office/drawing/2014/main" id="{A5BD656D-0E04-41B0-9411-802E225D45A6}"/>
              </a:ext>
            </a:extLst>
          </p:cNvPr>
          <p:cNvSpPr txBox="1">
            <a:spLocks/>
          </p:cNvSpPr>
          <p:nvPr/>
        </p:nvSpPr>
        <p:spPr>
          <a:xfrm>
            <a:off x="5467629" y="5034167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#1B8779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27,135,121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80,0,10,47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02" name="Rechte verbindingslijn 101">
            <a:extLst>
              <a:ext uri="{FF2B5EF4-FFF2-40B4-BE49-F238E27FC236}">
                <a16:creationId xmlns:a16="http://schemas.microsoft.com/office/drawing/2014/main" id="{0F4E49DF-87C4-48A1-BFE8-5BC23F55B60A}"/>
              </a:ext>
            </a:extLst>
          </p:cNvPr>
          <p:cNvCxnSpPr>
            <a:cxnSpLocks/>
          </p:cNvCxnSpPr>
          <p:nvPr/>
        </p:nvCxnSpPr>
        <p:spPr>
          <a:xfrm>
            <a:off x="5649726" y="3607987"/>
            <a:ext cx="305970" cy="1340930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space réservé du contenu 2">
            <a:extLst>
              <a:ext uri="{FF2B5EF4-FFF2-40B4-BE49-F238E27FC236}">
                <a16:creationId xmlns:a16="http://schemas.microsoft.com/office/drawing/2014/main" id="{FCBEE95A-97E4-4C9F-8152-223D4F53E63D}"/>
              </a:ext>
            </a:extLst>
          </p:cNvPr>
          <p:cNvSpPr txBox="1">
            <a:spLocks/>
          </p:cNvSpPr>
          <p:nvPr/>
        </p:nvSpPr>
        <p:spPr>
          <a:xfrm>
            <a:off x="2645905" y="4358347"/>
            <a:ext cx="1256927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#1A8E93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26,142,147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82,3,0,42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06" name="Rechte verbindingslijn 105">
            <a:extLst>
              <a:ext uri="{FF2B5EF4-FFF2-40B4-BE49-F238E27FC236}">
                <a16:creationId xmlns:a16="http://schemas.microsoft.com/office/drawing/2014/main" id="{0784FDA7-D35F-4BF6-BDC3-92BC5F65C8AF}"/>
              </a:ext>
            </a:extLst>
          </p:cNvPr>
          <p:cNvCxnSpPr>
            <a:cxnSpLocks/>
          </p:cNvCxnSpPr>
          <p:nvPr/>
        </p:nvCxnSpPr>
        <p:spPr>
          <a:xfrm flipH="1">
            <a:off x="4083368" y="3329321"/>
            <a:ext cx="1419222" cy="1191169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Rechte verbindingslijn 109">
            <a:extLst>
              <a:ext uri="{FF2B5EF4-FFF2-40B4-BE49-F238E27FC236}">
                <a16:creationId xmlns:a16="http://schemas.microsoft.com/office/drawing/2014/main" id="{59B4D00C-34C7-405B-A4D5-C18EE4B8F625}"/>
              </a:ext>
            </a:extLst>
          </p:cNvPr>
          <p:cNvCxnSpPr>
            <a:cxnSpLocks/>
          </p:cNvCxnSpPr>
          <p:nvPr/>
        </p:nvCxnSpPr>
        <p:spPr>
          <a:xfrm flipH="1" flipV="1">
            <a:off x="3751102" y="2983676"/>
            <a:ext cx="1357586" cy="341240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space réservé du contenu 2">
            <a:extLst>
              <a:ext uri="{FF2B5EF4-FFF2-40B4-BE49-F238E27FC236}">
                <a16:creationId xmlns:a16="http://schemas.microsoft.com/office/drawing/2014/main" id="{98B617FA-143F-44E8-8D1C-630DB4CC5836}"/>
              </a:ext>
            </a:extLst>
          </p:cNvPr>
          <p:cNvSpPr txBox="1">
            <a:spLocks/>
          </p:cNvSpPr>
          <p:nvPr/>
        </p:nvSpPr>
        <p:spPr>
          <a:xfrm>
            <a:off x="2599557" y="2542205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#0FA7AB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15,167,171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91,2,0,33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3068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9454-D133-594D-5E0A-9AB5B384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4308AA-0454-9339-D32C-0EF05B89A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358" y="2191554"/>
            <a:ext cx="1896995" cy="218974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8D3DA74-9B95-8178-0114-0443EABC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E434-E188-AF4B-802D-5450AB98AD20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670026A-87DE-E750-5C44-58FBD3EB9234}"/>
              </a:ext>
            </a:extLst>
          </p:cNvPr>
          <p:cNvSpPr txBox="1">
            <a:spLocks/>
          </p:cNvSpPr>
          <p:nvPr/>
        </p:nvSpPr>
        <p:spPr>
          <a:xfrm>
            <a:off x="849990" y="606424"/>
            <a:ext cx="4532086" cy="145460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4000" b="1" dirty="0">
                <a:solidFill>
                  <a:srgbClr val="00173A"/>
                </a:solidFill>
                <a:latin typeface="Poppins"/>
                <a:cs typeface="Poppins"/>
              </a:rPr>
              <a:t>CFE </a:t>
            </a:r>
            <a:r>
              <a:rPr lang="fr-FR" sz="4000" b="1" dirty="0" err="1">
                <a:solidFill>
                  <a:srgbClr val="00173A"/>
                </a:solidFill>
                <a:latin typeface="Poppins"/>
                <a:cs typeface="Poppins"/>
              </a:rPr>
              <a:t>Colors</a:t>
            </a:r>
            <a:endParaRPr lang="fr-FR" sz="4000" b="1" dirty="0" err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7" name="Espace réservé du contenu 2">
            <a:extLst>
              <a:ext uri="{FF2B5EF4-FFF2-40B4-BE49-F238E27FC236}">
                <a16:creationId xmlns:a16="http://schemas.microsoft.com/office/drawing/2014/main" id="{096B334E-9049-4763-1282-784FE858A2C5}"/>
              </a:ext>
            </a:extLst>
          </p:cNvPr>
          <p:cNvSpPr txBox="1">
            <a:spLocks/>
          </p:cNvSpPr>
          <p:nvPr/>
        </p:nvSpPr>
        <p:spPr>
          <a:xfrm>
            <a:off x="5001934" y="1417144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#6eb54f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110,181,79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39,0,56,29</a:t>
            </a:r>
          </a:p>
          <a:p>
            <a:pPr algn="l"/>
            <a:endParaRPr lang="fr-FR" sz="4000" b="1" dirty="0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9BB6CBA4-1483-385F-EE3F-3DB3F1C2A520}"/>
              </a:ext>
            </a:extLst>
          </p:cNvPr>
          <p:cNvSpPr txBox="1">
            <a:spLocks/>
          </p:cNvSpPr>
          <p:nvPr/>
        </p:nvSpPr>
        <p:spPr>
          <a:xfrm>
            <a:off x="3411621" y="1259540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#20a13c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32,161,60 CMYK  80,0,63,37</a:t>
            </a:r>
          </a:p>
          <a:p>
            <a:pPr algn="l"/>
            <a:endParaRPr lang="fr-FR" sz="4000" b="1" dirty="0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0CD66B88-C6F6-1808-CD7F-6EB63FB43325}"/>
              </a:ext>
            </a:extLst>
          </p:cNvPr>
          <p:cNvCxnSpPr>
            <a:cxnSpLocks/>
          </p:cNvCxnSpPr>
          <p:nvPr/>
        </p:nvCxnSpPr>
        <p:spPr>
          <a:xfrm flipH="1" flipV="1">
            <a:off x="5645560" y="2027645"/>
            <a:ext cx="130804" cy="416535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chte verbindingslijn 51">
            <a:extLst>
              <a:ext uri="{FF2B5EF4-FFF2-40B4-BE49-F238E27FC236}">
                <a16:creationId xmlns:a16="http://schemas.microsoft.com/office/drawing/2014/main" id="{7DF18EFE-AE4C-FED2-1043-FC4E3C6A5127}"/>
              </a:ext>
            </a:extLst>
          </p:cNvPr>
          <p:cNvCxnSpPr>
            <a:cxnSpLocks/>
          </p:cNvCxnSpPr>
          <p:nvPr/>
        </p:nvCxnSpPr>
        <p:spPr>
          <a:xfrm flipH="1" flipV="1">
            <a:off x="4613413" y="1731335"/>
            <a:ext cx="832375" cy="95699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space réservé du contenu 2">
            <a:extLst>
              <a:ext uri="{FF2B5EF4-FFF2-40B4-BE49-F238E27FC236}">
                <a16:creationId xmlns:a16="http://schemas.microsoft.com/office/drawing/2014/main" id="{3D41A031-17E4-BF0C-46B8-661C22D491B5}"/>
              </a:ext>
            </a:extLst>
          </p:cNvPr>
          <p:cNvSpPr txBox="1">
            <a:spLocks/>
          </p:cNvSpPr>
          <p:nvPr/>
        </p:nvSpPr>
        <p:spPr>
          <a:xfrm>
            <a:off x="7872369" y="2001192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#7bc5b4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123,197,180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38,0,9,23</a:t>
            </a:r>
          </a:p>
          <a:p>
            <a:pPr algn="l"/>
            <a:endParaRPr lang="fr-FR" sz="4000" b="1" dirty="0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7" name="Espace réservé du contenu 2">
            <a:extLst>
              <a:ext uri="{FF2B5EF4-FFF2-40B4-BE49-F238E27FC236}">
                <a16:creationId xmlns:a16="http://schemas.microsoft.com/office/drawing/2014/main" id="{1768B662-039C-8617-6AE9-A22F475061F2}"/>
              </a:ext>
            </a:extLst>
          </p:cNvPr>
          <p:cNvSpPr txBox="1">
            <a:spLocks/>
          </p:cNvSpPr>
          <p:nvPr/>
        </p:nvSpPr>
        <p:spPr>
          <a:xfrm>
            <a:off x="6467927" y="1716885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#1fa149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31,161,73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81,0,55,37</a:t>
            </a:r>
          </a:p>
          <a:p>
            <a:pPr algn="l"/>
            <a:endParaRPr lang="fr-FR" sz="4000" b="1" dirty="0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58" name="Rechte verbindingslijn 57">
            <a:extLst>
              <a:ext uri="{FF2B5EF4-FFF2-40B4-BE49-F238E27FC236}">
                <a16:creationId xmlns:a16="http://schemas.microsoft.com/office/drawing/2014/main" id="{60924BB0-0D25-940F-0346-6B3AB794E5F6}"/>
              </a:ext>
            </a:extLst>
          </p:cNvPr>
          <p:cNvCxnSpPr>
            <a:cxnSpLocks/>
          </p:cNvCxnSpPr>
          <p:nvPr/>
        </p:nvCxnSpPr>
        <p:spPr>
          <a:xfrm flipV="1">
            <a:off x="6126010" y="2285620"/>
            <a:ext cx="497902" cy="478241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Rechte verbindingslijn 61">
            <a:extLst>
              <a:ext uri="{FF2B5EF4-FFF2-40B4-BE49-F238E27FC236}">
                <a16:creationId xmlns:a16="http://schemas.microsoft.com/office/drawing/2014/main" id="{BAAC948F-A86C-D402-8A96-97A3A4ECA0E2}"/>
              </a:ext>
            </a:extLst>
          </p:cNvPr>
          <p:cNvCxnSpPr>
            <a:cxnSpLocks/>
          </p:cNvCxnSpPr>
          <p:nvPr/>
        </p:nvCxnSpPr>
        <p:spPr>
          <a:xfrm flipV="1">
            <a:off x="6541293" y="2388193"/>
            <a:ext cx="1229049" cy="53808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space réservé du contenu 2">
            <a:extLst>
              <a:ext uri="{FF2B5EF4-FFF2-40B4-BE49-F238E27FC236}">
                <a16:creationId xmlns:a16="http://schemas.microsoft.com/office/drawing/2014/main" id="{5C59CF73-4FAF-ED4E-CE2C-B014A24908C7}"/>
              </a:ext>
            </a:extLst>
          </p:cNvPr>
          <p:cNvSpPr txBox="1">
            <a:spLocks/>
          </p:cNvSpPr>
          <p:nvPr/>
        </p:nvSpPr>
        <p:spPr>
          <a:xfrm>
            <a:off x="7196638" y="2824976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#10a4a8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16,164,168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90,2,0,34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0CE45AF5-AB7A-5204-9360-53C35F578AE3}"/>
              </a:ext>
            </a:extLst>
          </p:cNvPr>
          <p:cNvCxnSpPr>
            <a:cxnSpLocks/>
          </p:cNvCxnSpPr>
          <p:nvPr/>
        </p:nvCxnSpPr>
        <p:spPr>
          <a:xfrm flipV="1">
            <a:off x="6467927" y="3148031"/>
            <a:ext cx="626293" cy="11270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space réservé du contenu 2">
            <a:extLst>
              <a:ext uri="{FF2B5EF4-FFF2-40B4-BE49-F238E27FC236}">
                <a16:creationId xmlns:a16="http://schemas.microsoft.com/office/drawing/2014/main" id="{37583AE7-3D56-2C28-BB62-65CE57500A32}"/>
              </a:ext>
            </a:extLst>
          </p:cNvPr>
          <p:cNvSpPr txBox="1">
            <a:spLocks/>
          </p:cNvSpPr>
          <p:nvPr/>
        </p:nvSpPr>
        <p:spPr>
          <a:xfrm>
            <a:off x="3196186" y="3387321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#6f64a9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111,100,169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34,41,0,34</a:t>
            </a:r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70" name="Rechte verbindingslijn 69">
            <a:extLst>
              <a:ext uri="{FF2B5EF4-FFF2-40B4-BE49-F238E27FC236}">
                <a16:creationId xmlns:a16="http://schemas.microsoft.com/office/drawing/2014/main" id="{4795F11D-AC45-6CAD-A0E0-2F728F734F9D}"/>
              </a:ext>
            </a:extLst>
          </p:cNvPr>
          <p:cNvCxnSpPr>
            <a:cxnSpLocks/>
          </p:cNvCxnSpPr>
          <p:nvPr/>
        </p:nvCxnSpPr>
        <p:spPr>
          <a:xfrm flipH="1">
            <a:off x="4469233" y="3555838"/>
            <a:ext cx="573342" cy="96649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space réservé du contenu 2">
            <a:extLst>
              <a:ext uri="{FF2B5EF4-FFF2-40B4-BE49-F238E27FC236}">
                <a16:creationId xmlns:a16="http://schemas.microsoft.com/office/drawing/2014/main" id="{EF97DEC4-41D4-F3BA-EB4A-40C89D1A622A}"/>
              </a:ext>
            </a:extLst>
          </p:cNvPr>
          <p:cNvSpPr txBox="1">
            <a:spLocks/>
          </p:cNvSpPr>
          <p:nvPr/>
        </p:nvSpPr>
        <p:spPr>
          <a:xfrm>
            <a:off x="4400266" y="4414673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#2d3c91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45,60,145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69,59,0,43</a:t>
            </a:r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75" name="Rechte verbindingslijn 74">
            <a:extLst>
              <a:ext uri="{FF2B5EF4-FFF2-40B4-BE49-F238E27FC236}">
                <a16:creationId xmlns:a16="http://schemas.microsoft.com/office/drawing/2014/main" id="{564A422F-A6E4-0D2F-4C05-6F41D2673802}"/>
              </a:ext>
            </a:extLst>
          </p:cNvPr>
          <p:cNvCxnSpPr>
            <a:cxnSpLocks/>
          </p:cNvCxnSpPr>
          <p:nvPr/>
        </p:nvCxnSpPr>
        <p:spPr>
          <a:xfrm flipH="1">
            <a:off x="5108688" y="3886519"/>
            <a:ext cx="337099" cy="452024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Espace réservé du contenu 2">
            <a:extLst>
              <a:ext uri="{FF2B5EF4-FFF2-40B4-BE49-F238E27FC236}">
                <a16:creationId xmlns:a16="http://schemas.microsoft.com/office/drawing/2014/main" id="{721F60FA-7B3A-2776-7AC3-BAD48EED6759}"/>
              </a:ext>
            </a:extLst>
          </p:cNvPr>
          <p:cNvSpPr txBox="1">
            <a:spLocks/>
          </p:cNvSpPr>
          <p:nvPr/>
        </p:nvSpPr>
        <p:spPr>
          <a:xfrm>
            <a:off x="6201975" y="4304123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#1c54a1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28,84,161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83,48,0,37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80" name="Rechte verbindingslijn 79">
            <a:extLst>
              <a:ext uri="{FF2B5EF4-FFF2-40B4-BE49-F238E27FC236}">
                <a16:creationId xmlns:a16="http://schemas.microsoft.com/office/drawing/2014/main" id="{0C36EB0C-FF74-C24E-B66E-B3C9B59612E2}"/>
              </a:ext>
            </a:extLst>
          </p:cNvPr>
          <p:cNvCxnSpPr>
            <a:cxnSpLocks/>
          </p:cNvCxnSpPr>
          <p:nvPr/>
        </p:nvCxnSpPr>
        <p:spPr>
          <a:xfrm>
            <a:off x="6140999" y="3903609"/>
            <a:ext cx="300473" cy="329473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space réservé du contenu 2">
            <a:extLst>
              <a:ext uri="{FF2B5EF4-FFF2-40B4-BE49-F238E27FC236}">
                <a16:creationId xmlns:a16="http://schemas.microsoft.com/office/drawing/2014/main" id="{9F83C895-77FB-BCF5-6515-32DD597BC68A}"/>
              </a:ext>
            </a:extLst>
          </p:cNvPr>
          <p:cNvSpPr txBox="1">
            <a:spLocks/>
          </p:cNvSpPr>
          <p:nvPr/>
        </p:nvSpPr>
        <p:spPr>
          <a:xfrm>
            <a:off x="3657654" y="1961520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#138337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19,131,55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85,0,58,49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84" name="Rechte verbindingslijn 83">
            <a:extLst>
              <a:ext uri="{FF2B5EF4-FFF2-40B4-BE49-F238E27FC236}">
                <a16:creationId xmlns:a16="http://schemas.microsoft.com/office/drawing/2014/main" id="{9BA50626-CBAA-3491-7FB8-986C915DC61C}"/>
              </a:ext>
            </a:extLst>
          </p:cNvPr>
          <p:cNvCxnSpPr>
            <a:cxnSpLocks/>
          </p:cNvCxnSpPr>
          <p:nvPr/>
        </p:nvCxnSpPr>
        <p:spPr>
          <a:xfrm flipH="1" flipV="1">
            <a:off x="4813351" y="2492615"/>
            <a:ext cx="842866" cy="518619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space réservé du contenu 2">
            <a:extLst>
              <a:ext uri="{FF2B5EF4-FFF2-40B4-BE49-F238E27FC236}">
                <a16:creationId xmlns:a16="http://schemas.microsoft.com/office/drawing/2014/main" id="{63BF292F-111C-42BF-20D5-7C8A57207B8F}"/>
              </a:ext>
            </a:extLst>
          </p:cNvPr>
          <p:cNvSpPr txBox="1">
            <a:spLocks/>
          </p:cNvSpPr>
          <p:nvPr/>
        </p:nvSpPr>
        <p:spPr>
          <a:xfrm>
            <a:off x="7986764" y="3498501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#198b8b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25,139,139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82,0,0,45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89" name="Rechte verbindingslijn 88">
            <a:extLst>
              <a:ext uri="{FF2B5EF4-FFF2-40B4-BE49-F238E27FC236}">
                <a16:creationId xmlns:a16="http://schemas.microsoft.com/office/drawing/2014/main" id="{7B0FC8BF-4EF5-4B22-691C-4C57FC9BE868}"/>
              </a:ext>
            </a:extLst>
          </p:cNvPr>
          <p:cNvCxnSpPr>
            <a:cxnSpLocks/>
          </p:cNvCxnSpPr>
          <p:nvPr/>
        </p:nvCxnSpPr>
        <p:spPr>
          <a:xfrm>
            <a:off x="6140999" y="3314243"/>
            <a:ext cx="1775408" cy="429572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Rechte verbindingslijn 91">
            <a:extLst>
              <a:ext uri="{FF2B5EF4-FFF2-40B4-BE49-F238E27FC236}">
                <a16:creationId xmlns:a16="http://schemas.microsoft.com/office/drawing/2014/main" id="{2BA1225C-CABC-AC2B-2842-507E0FC41160}"/>
              </a:ext>
            </a:extLst>
          </p:cNvPr>
          <p:cNvCxnSpPr>
            <a:cxnSpLocks/>
          </p:cNvCxnSpPr>
          <p:nvPr/>
        </p:nvCxnSpPr>
        <p:spPr>
          <a:xfrm flipV="1">
            <a:off x="5959781" y="1355437"/>
            <a:ext cx="455235" cy="165579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space réservé du contenu 2">
            <a:extLst>
              <a:ext uri="{FF2B5EF4-FFF2-40B4-BE49-F238E27FC236}">
                <a16:creationId xmlns:a16="http://schemas.microsoft.com/office/drawing/2014/main" id="{9DA8B5EB-9538-3793-31D7-0D806FA68282}"/>
              </a:ext>
            </a:extLst>
          </p:cNvPr>
          <p:cNvSpPr txBox="1">
            <a:spLocks/>
          </p:cNvSpPr>
          <p:nvPr/>
        </p:nvSpPr>
        <p:spPr>
          <a:xfrm>
            <a:off x="6061304" y="764867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#14813d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20,129,61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84,0,53,49</a:t>
            </a:r>
          </a:p>
          <a:p>
            <a:pPr algn="l"/>
            <a:endParaRPr lang="fr-FR" sz="4000" b="1" dirty="0">
              <a:solidFill>
                <a:schemeClr val="bg1"/>
              </a:solidFill>
              <a:highlight>
                <a:srgbClr val="00FF00"/>
              </a:highlight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7" name="Espace réservé du contenu 2">
            <a:extLst>
              <a:ext uri="{FF2B5EF4-FFF2-40B4-BE49-F238E27FC236}">
                <a16:creationId xmlns:a16="http://schemas.microsoft.com/office/drawing/2014/main" id="{E4C40129-7E95-077D-650C-BEF9BEC3E2B7}"/>
              </a:ext>
            </a:extLst>
          </p:cNvPr>
          <p:cNvSpPr txBox="1">
            <a:spLocks/>
          </p:cNvSpPr>
          <p:nvPr/>
        </p:nvSpPr>
        <p:spPr>
          <a:xfrm>
            <a:off x="7421024" y="4379785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#123f80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18,63,128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86,51,0,50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98" name="Rechte verbindingslijn 97">
            <a:extLst>
              <a:ext uri="{FF2B5EF4-FFF2-40B4-BE49-F238E27FC236}">
                <a16:creationId xmlns:a16="http://schemas.microsoft.com/office/drawing/2014/main" id="{B759FAAF-27B8-E261-B500-8FCE8D87F58F}"/>
              </a:ext>
            </a:extLst>
          </p:cNvPr>
          <p:cNvCxnSpPr>
            <a:cxnSpLocks/>
          </p:cNvCxnSpPr>
          <p:nvPr/>
        </p:nvCxnSpPr>
        <p:spPr>
          <a:xfrm>
            <a:off x="5933900" y="3561615"/>
            <a:ext cx="1652443" cy="784792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space réservé du contenu 2">
            <a:extLst>
              <a:ext uri="{FF2B5EF4-FFF2-40B4-BE49-F238E27FC236}">
                <a16:creationId xmlns:a16="http://schemas.microsoft.com/office/drawing/2014/main" id="{07C165D7-0144-C840-B674-AF88AC0ED81F}"/>
              </a:ext>
            </a:extLst>
          </p:cNvPr>
          <p:cNvSpPr txBox="1">
            <a:spLocks/>
          </p:cNvSpPr>
          <p:nvPr/>
        </p:nvSpPr>
        <p:spPr>
          <a:xfrm>
            <a:off x="5082942" y="5038621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#263377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38,51,119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68,57,0,53</a:t>
            </a:r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02" name="Rechte verbindingslijn 101">
            <a:extLst>
              <a:ext uri="{FF2B5EF4-FFF2-40B4-BE49-F238E27FC236}">
                <a16:creationId xmlns:a16="http://schemas.microsoft.com/office/drawing/2014/main" id="{842CF937-8738-6DB0-13C6-9802155A7736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5649726" y="3607987"/>
            <a:ext cx="152985" cy="1430634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space réservé du contenu 2">
            <a:extLst>
              <a:ext uri="{FF2B5EF4-FFF2-40B4-BE49-F238E27FC236}">
                <a16:creationId xmlns:a16="http://schemas.microsoft.com/office/drawing/2014/main" id="{5C7BF284-4D50-5A48-C88E-9F83E3CEB0C3}"/>
              </a:ext>
            </a:extLst>
          </p:cNvPr>
          <p:cNvSpPr txBox="1">
            <a:spLocks/>
          </p:cNvSpPr>
          <p:nvPr/>
        </p:nvSpPr>
        <p:spPr>
          <a:xfrm>
            <a:off x="2645905" y="4358347"/>
            <a:ext cx="1256927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#255a40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37,90,64 CMYK  59,0,29,65</a:t>
            </a:r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06" name="Rechte verbindingslijn 105">
            <a:extLst>
              <a:ext uri="{FF2B5EF4-FFF2-40B4-BE49-F238E27FC236}">
                <a16:creationId xmlns:a16="http://schemas.microsoft.com/office/drawing/2014/main" id="{0584AD29-A15A-A07B-7BBE-609FC050438B}"/>
              </a:ext>
            </a:extLst>
          </p:cNvPr>
          <p:cNvCxnSpPr>
            <a:cxnSpLocks/>
          </p:cNvCxnSpPr>
          <p:nvPr/>
        </p:nvCxnSpPr>
        <p:spPr>
          <a:xfrm flipH="1">
            <a:off x="4083368" y="3329321"/>
            <a:ext cx="1419222" cy="1191169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Rechte verbindingslijn 109">
            <a:extLst>
              <a:ext uri="{FF2B5EF4-FFF2-40B4-BE49-F238E27FC236}">
                <a16:creationId xmlns:a16="http://schemas.microsoft.com/office/drawing/2014/main" id="{6567B212-DDBC-3A19-999D-1F0062D107BE}"/>
              </a:ext>
            </a:extLst>
          </p:cNvPr>
          <p:cNvCxnSpPr>
            <a:cxnSpLocks/>
          </p:cNvCxnSpPr>
          <p:nvPr/>
        </p:nvCxnSpPr>
        <p:spPr>
          <a:xfrm flipH="1" flipV="1">
            <a:off x="3751102" y="2983676"/>
            <a:ext cx="1357586" cy="341240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space réservé du contenu 2">
            <a:extLst>
              <a:ext uri="{FF2B5EF4-FFF2-40B4-BE49-F238E27FC236}">
                <a16:creationId xmlns:a16="http://schemas.microsoft.com/office/drawing/2014/main" id="{06945910-BCE3-34AA-4808-974FFB8681BE}"/>
              </a:ext>
            </a:extLst>
          </p:cNvPr>
          <p:cNvSpPr txBox="1">
            <a:spLocks/>
          </p:cNvSpPr>
          <p:nvPr/>
        </p:nvSpPr>
        <p:spPr>
          <a:xfrm>
            <a:off x="2599557" y="2542205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#44674f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68,103,79 CMYK  34,0,23,60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D288E89-3D93-52A6-2782-8EC6023A9F30}"/>
              </a:ext>
            </a:extLst>
          </p:cNvPr>
          <p:cNvSpPr txBox="1">
            <a:spLocks/>
          </p:cNvSpPr>
          <p:nvPr/>
        </p:nvSpPr>
        <p:spPr>
          <a:xfrm>
            <a:off x="2219196" y="1745053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#93bf4c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147,191,76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23,0,60,25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7" name="Rechte verbindingslijn 83">
            <a:extLst>
              <a:ext uri="{FF2B5EF4-FFF2-40B4-BE49-F238E27FC236}">
                <a16:creationId xmlns:a16="http://schemas.microsoft.com/office/drawing/2014/main" id="{C235BABF-987A-3C24-1F48-B08296F8E9FF}"/>
              </a:ext>
            </a:extLst>
          </p:cNvPr>
          <p:cNvCxnSpPr>
            <a:cxnSpLocks/>
          </p:cNvCxnSpPr>
          <p:nvPr/>
        </p:nvCxnSpPr>
        <p:spPr>
          <a:xfrm flipH="1" flipV="1">
            <a:off x="3099749" y="2262260"/>
            <a:ext cx="1934298" cy="640706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3609DE-A8FC-380E-DC9F-D62DF150CF26}"/>
              </a:ext>
            </a:extLst>
          </p:cNvPr>
          <p:cNvSpPr txBox="1">
            <a:spLocks/>
          </p:cNvSpPr>
          <p:nvPr/>
        </p:nvSpPr>
        <p:spPr>
          <a:xfrm>
            <a:off x="6415016" y="5071999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#4563ab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69,99,171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60,42,0,33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11" name="Rechte verbindingslijn 101">
            <a:extLst>
              <a:ext uri="{FF2B5EF4-FFF2-40B4-BE49-F238E27FC236}">
                <a16:creationId xmlns:a16="http://schemas.microsoft.com/office/drawing/2014/main" id="{A8BE1A4A-0DAD-2FEC-3C5B-D15AACE452CB}"/>
              </a:ext>
            </a:extLst>
          </p:cNvPr>
          <p:cNvCxnSpPr>
            <a:cxnSpLocks/>
          </p:cNvCxnSpPr>
          <p:nvPr/>
        </p:nvCxnSpPr>
        <p:spPr>
          <a:xfrm>
            <a:off x="5973025" y="4104764"/>
            <a:ext cx="494902" cy="1229142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97">
            <a:extLst>
              <a:ext uri="{FF2B5EF4-FFF2-40B4-BE49-F238E27FC236}">
                <a16:creationId xmlns:a16="http://schemas.microsoft.com/office/drawing/2014/main" id="{F118836A-ACA8-9D18-0F42-FC83E42B13D2}"/>
              </a:ext>
            </a:extLst>
          </p:cNvPr>
          <p:cNvCxnSpPr>
            <a:cxnSpLocks/>
          </p:cNvCxnSpPr>
          <p:nvPr/>
        </p:nvCxnSpPr>
        <p:spPr>
          <a:xfrm>
            <a:off x="6620442" y="3696675"/>
            <a:ext cx="2240120" cy="683110"/>
          </a:xfrm>
          <a:prstGeom prst="line">
            <a:avLst/>
          </a:prstGeom>
          <a:ln>
            <a:prstDash val="dash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2B1A495C-000F-1809-1B67-120DA607D432}"/>
              </a:ext>
            </a:extLst>
          </p:cNvPr>
          <p:cNvSpPr txBox="1">
            <a:spLocks/>
          </p:cNvSpPr>
          <p:nvPr/>
        </p:nvSpPr>
        <p:spPr>
          <a:xfrm>
            <a:off x="8592726" y="4385480"/>
            <a:ext cx="1439538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HTML   #54b2e5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RGB     84,178,229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000" dirty="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CMYK  63,22,0,10</a:t>
            </a:r>
          </a:p>
          <a:p>
            <a:pPr algn="l"/>
            <a:endParaRPr lang="fr-FR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7704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C5445B-8517-8E42-1D5B-66E61B2A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E434-E188-AF4B-802D-5450AB98AD20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53A283E-7E64-442C-8E39-4D021FCBEAEF}"/>
              </a:ext>
            </a:extLst>
          </p:cNvPr>
          <p:cNvSpPr txBox="1">
            <a:spLocks/>
          </p:cNvSpPr>
          <p:nvPr/>
        </p:nvSpPr>
        <p:spPr>
          <a:xfrm>
            <a:off x="849990" y="606424"/>
            <a:ext cx="4532086" cy="14546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4000" b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Font</a:t>
            </a: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C273B9CF-D5D1-4305-8ED7-7D518C586B6F}"/>
              </a:ext>
            </a:extLst>
          </p:cNvPr>
          <p:cNvSpPr txBox="1">
            <a:spLocks/>
          </p:cNvSpPr>
          <p:nvPr/>
        </p:nvSpPr>
        <p:spPr>
          <a:xfrm>
            <a:off x="1137315" y="1548715"/>
            <a:ext cx="1455060" cy="6373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4000" b="1" err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fr-FR" sz="40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161826C9-9CC3-4380-8CB7-3D7F299AB730}"/>
              </a:ext>
            </a:extLst>
          </p:cNvPr>
          <p:cNvSpPr txBox="1">
            <a:spLocks/>
          </p:cNvSpPr>
          <p:nvPr/>
        </p:nvSpPr>
        <p:spPr>
          <a:xfrm>
            <a:off x="1151604" y="2231316"/>
            <a:ext cx="2599070" cy="6373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2500" b="1" err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Subtitle</a:t>
            </a:r>
            <a:endParaRPr lang="fr-FR" sz="25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  <a:p>
            <a:pPr algn="l"/>
            <a:endParaRPr lang="fr-FR" sz="40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Espace réservé du contenu 2">
            <a:extLst>
              <a:ext uri="{FF2B5EF4-FFF2-40B4-BE49-F238E27FC236}">
                <a16:creationId xmlns:a16="http://schemas.microsoft.com/office/drawing/2014/main" id="{B30576E0-A568-4335-95F4-D192DBE2B632}"/>
              </a:ext>
            </a:extLst>
          </p:cNvPr>
          <p:cNvSpPr txBox="1">
            <a:spLocks/>
          </p:cNvSpPr>
          <p:nvPr/>
        </p:nvSpPr>
        <p:spPr>
          <a:xfrm>
            <a:off x="3036950" y="1765744"/>
            <a:ext cx="1217131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40pt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6" name="Espace réservé du contenu 2">
            <a:extLst>
              <a:ext uri="{FF2B5EF4-FFF2-40B4-BE49-F238E27FC236}">
                <a16:creationId xmlns:a16="http://schemas.microsoft.com/office/drawing/2014/main" id="{B1923B10-4F57-4AEF-9554-32FD9E49E13D}"/>
              </a:ext>
            </a:extLst>
          </p:cNvPr>
          <p:cNvSpPr txBox="1">
            <a:spLocks/>
          </p:cNvSpPr>
          <p:nvPr/>
        </p:nvSpPr>
        <p:spPr>
          <a:xfrm>
            <a:off x="3036950" y="2317700"/>
            <a:ext cx="1217131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25pt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2" name="Espace réservé du pied de page 2">
            <a:extLst>
              <a:ext uri="{FF2B5EF4-FFF2-40B4-BE49-F238E27FC236}">
                <a16:creationId xmlns:a16="http://schemas.microsoft.com/office/drawing/2014/main" id="{66CA4AB4-D84B-45AF-96BA-8B33F796CA31}"/>
              </a:ext>
            </a:extLst>
          </p:cNvPr>
          <p:cNvSpPr txBox="1">
            <a:spLocks/>
          </p:cNvSpPr>
          <p:nvPr/>
        </p:nvSpPr>
        <p:spPr>
          <a:xfrm>
            <a:off x="1151604" y="2783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00173A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45BCE3D8-1AC7-4E46-972B-030C062646E0}"/>
              </a:ext>
            </a:extLst>
          </p:cNvPr>
          <p:cNvSpPr txBox="1">
            <a:spLocks/>
          </p:cNvSpPr>
          <p:nvPr/>
        </p:nvSpPr>
        <p:spPr>
          <a:xfrm>
            <a:off x="3036950" y="2868628"/>
            <a:ext cx="1217131" cy="5905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12pt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Espace réservé du contenu 2">
            <a:extLst>
              <a:ext uri="{FF2B5EF4-FFF2-40B4-BE49-F238E27FC236}">
                <a16:creationId xmlns:a16="http://schemas.microsoft.com/office/drawing/2014/main" id="{427E4871-0B89-49D9-A520-4745FA2E7B0D}"/>
              </a:ext>
            </a:extLst>
          </p:cNvPr>
          <p:cNvSpPr txBox="1">
            <a:spLocks/>
          </p:cNvSpPr>
          <p:nvPr/>
        </p:nvSpPr>
        <p:spPr>
          <a:xfrm>
            <a:off x="5382076" y="2333300"/>
            <a:ext cx="4653355" cy="10699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4400" b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Section </a:t>
            </a:r>
            <a:r>
              <a:rPr lang="fr-FR" sz="4400" b="1" err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Title</a:t>
            </a:r>
            <a:endParaRPr lang="fr-FR" sz="44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Espace réservé du contenu 2">
            <a:extLst>
              <a:ext uri="{FF2B5EF4-FFF2-40B4-BE49-F238E27FC236}">
                <a16:creationId xmlns:a16="http://schemas.microsoft.com/office/drawing/2014/main" id="{33AFD2D2-9ECA-47E9-AF4A-6E62CC92DE52}"/>
              </a:ext>
            </a:extLst>
          </p:cNvPr>
          <p:cNvSpPr txBox="1">
            <a:spLocks/>
          </p:cNvSpPr>
          <p:nvPr/>
        </p:nvSpPr>
        <p:spPr>
          <a:xfrm>
            <a:off x="9904979" y="2733061"/>
            <a:ext cx="1217131" cy="3504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44pt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1" name="Espace réservé du contenu 2">
            <a:extLst>
              <a:ext uri="{FF2B5EF4-FFF2-40B4-BE49-F238E27FC236}">
                <a16:creationId xmlns:a16="http://schemas.microsoft.com/office/drawing/2014/main" id="{B72B4D23-7C32-4B79-90BE-FA0D27361920}"/>
              </a:ext>
            </a:extLst>
          </p:cNvPr>
          <p:cNvSpPr txBox="1">
            <a:spLocks/>
          </p:cNvSpPr>
          <p:nvPr/>
        </p:nvSpPr>
        <p:spPr>
          <a:xfrm>
            <a:off x="5415025" y="1314689"/>
            <a:ext cx="3537860" cy="10416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6000" b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Agenda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40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3" name="Espace réservé du contenu 2">
            <a:extLst>
              <a:ext uri="{FF2B5EF4-FFF2-40B4-BE49-F238E27FC236}">
                <a16:creationId xmlns:a16="http://schemas.microsoft.com/office/drawing/2014/main" id="{2D1BCD9D-DEC3-4094-B17F-C17733AE606E}"/>
              </a:ext>
            </a:extLst>
          </p:cNvPr>
          <p:cNvSpPr txBox="1">
            <a:spLocks/>
          </p:cNvSpPr>
          <p:nvPr/>
        </p:nvSpPr>
        <p:spPr>
          <a:xfrm>
            <a:off x="9859864" y="1692162"/>
            <a:ext cx="1217131" cy="3504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60pt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4" name="Espace réservé du contenu 2">
            <a:extLst>
              <a:ext uri="{FF2B5EF4-FFF2-40B4-BE49-F238E27FC236}">
                <a16:creationId xmlns:a16="http://schemas.microsoft.com/office/drawing/2014/main" id="{9DE0F405-1918-4272-9D47-9788958D9B10}"/>
              </a:ext>
            </a:extLst>
          </p:cNvPr>
          <p:cNvSpPr txBox="1">
            <a:spLocks/>
          </p:cNvSpPr>
          <p:nvPr/>
        </p:nvSpPr>
        <p:spPr>
          <a:xfrm>
            <a:off x="5415025" y="3665502"/>
            <a:ext cx="1374031" cy="6455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600" b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Large </a:t>
            </a:r>
            <a:r>
              <a:rPr lang="fr-FR" sz="1600" b="1" err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text</a:t>
            </a:r>
            <a:endParaRPr lang="fr-FR" sz="16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5" name="Espace réservé du contenu 2">
            <a:extLst>
              <a:ext uri="{FF2B5EF4-FFF2-40B4-BE49-F238E27FC236}">
                <a16:creationId xmlns:a16="http://schemas.microsoft.com/office/drawing/2014/main" id="{3C015223-20E7-4101-8DCF-AC37E050AEBE}"/>
              </a:ext>
            </a:extLst>
          </p:cNvPr>
          <p:cNvSpPr txBox="1">
            <a:spLocks/>
          </p:cNvSpPr>
          <p:nvPr/>
        </p:nvSpPr>
        <p:spPr>
          <a:xfrm>
            <a:off x="9904978" y="3847516"/>
            <a:ext cx="1217131" cy="3504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16pt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9" name="Espace réservé du contenu 2">
            <a:extLst>
              <a:ext uri="{FF2B5EF4-FFF2-40B4-BE49-F238E27FC236}">
                <a16:creationId xmlns:a16="http://schemas.microsoft.com/office/drawing/2014/main" id="{EEDEEE55-9F69-4FA4-B8E7-86BDB5BCB80F}"/>
              </a:ext>
            </a:extLst>
          </p:cNvPr>
          <p:cNvSpPr txBox="1">
            <a:spLocks/>
          </p:cNvSpPr>
          <p:nvPr/>
        </p:nvSpPr>
        <p:spPr>
          <a:xfrm>
            <a:off x="5415025" y="4231677"/>
            <a:ext cx="1769527" cy="64552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300" b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Normal </a:t>
            </a:r>
            <a:r>
              <a:rPr lang="fr-FR" sz="1300" b="1" err="1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Text</a:t>
            </a:r>
            <a:endParaRPr lang="fr-FR" sz="1300" b="1">
              <a:solidFill>
                <a:srgbClr val="00173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0" name="Espace réservé du contenu 2">
            <a:extLst>
              <a:ext uri="{FF2B5EF4-FFF2-40B4-BE49-F238E27FC236}">
                <a16:creationId xmlns:a16="http://schemas.microsoft.com/office/drawing/2014/main" id="{46FEFA1C-B30D-4538-BCD2-54238C15FD46}"/>
              </a:ext>
            </a:extLst>
          </p:cNvPr>
          <p:cNvSpPr txBox="1">
            <a:spLocks/>
          </p:cNvSpPr>
          <p:nvPr/>
        </p:nvSpPr>
        <p:spPr>
          <a:xfrm>
            <a:off x="9904978" y="4384504"/>
            <a:ext cx="1217131" cy="3504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1200">
                <a:solidFill>
                  <a:srgbClr val="00173A"/>
                </a:solidFill>
                <a:latin typeface="Poppins" pitchFamily="2" charset="77"/>
                <a:cs typeface="Poppins" pitchFamily="2" charset="77"/>
              </a:rPr>
              <a:t>Poppins, 13pt</a:t>
            </a:r>
          </a:p>
          <a:p>
            <a:pPr algn="l"/>
            <a:endParaRPr lang="fr-FR" sz="12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8366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B4129-ECA1-D778-A775-9851F063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E00DF96-CA2A-D576-603B-DFAE32477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49" y="205330"/>
            <a:ext cx="11724667" cy="61712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1E1600B0-9344-ADE4-7B8F-AA1A2029EA13}"/>
              </a:ext>
            </a:extLst>
          </p:cNvPr>
          <p:cNvSpPr/>
          <p:nvPr/>
        </p:nvSpPr>
        <p:spPr>
          <a:xfrm>
            <a:off x="5429669" y="2606040"/>
            <a:ext cx="2044180" cy="493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noFill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1FBD958-8FD0-E514-EAFB-1D642EECEAC9}"/>
              </a:ext>
            </a:extLst>
          </p:cNvPr>
          <p:cNvSpPr txBox="1"/>
          <p:nvPr/>
        </p:nvSpPr>
        <p:spPr>
          <a:xfrm>
            <a:off x="1499616" y="3529584"/>
            <a:ext cx="2432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Prefered</a:t>
            </a:r>
            <a:r>
              <a:rPr lang="nl-BE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MOM team </a:t>
            </a:r>
            <a:r>
              <a:rPr lang="nl-BE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choise</a:t>
            </a:r>
            <a:endParaRPr lang="nl-BE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570B5CF2-7BBA-68C6-B333-0959C3DB8A4F}"/>
              </a:ext>
            </a:extLst>
          </p:cNvPr>
          <p:cNvCxnSpPr>
            <a:cxnSpLocks/>
          </p:cNvCxnSpPr>
          <p:nvPr/>
        </p:nvCxnSpPr>
        <p:spPr>
          <a:xfrm flipV="1">
            <a:off x="3291840" y="3003803"/>
            <a:ext cx="2137829" cy="717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EE0F9D84-04D4-7D9E-A42B-A7921B7779B2}"/>
              </a:ext>
            </a:extLst>
          </p:cNvPr>
          <p:cNvCxnSpPr>
            <a:cxnSpLocks/>
          </p:cNvCxnSpPr>
          <p:nvPr/>
        </p:nvCxnSpPr>
        <p:spPr>
          <a:xfrm flipV="1">
            <a:off x="3291840" y="3428999"/>
            <a:ext cx="5205242" cy="3931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hoek 11">
            <a:extLst>
              <a:ext uri="{FF2B5EF4-FFF2-40B4-BE49-F238E27FC236}">
                <a16:creationId xmlns:a16="http://schemas.microsoft.com/office/drawing/2014/main" id="{5A9EA85A-FB26-7971-CF5A-3F34C538750E}"/>
              </a:ext>
            </a:extLst>
          </p:cNvPr>
          <p:cNvSpPr/>
          <p:nvPr/>
        </p:nvSpPr>
        <p:spPr>
          <a:xfrm>
            <a:off x="8260082" y="3852749"/>
            <a:ext cx="2044180" cy="493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noFill/>
            </a:endParaRPr>
          </a:p>
        </p:txBody>
      </p:sp>
      <p:sp>
        <p:nvSpPr>
          <p:cNvPr id="13" name="Rechthoek 5">
            <a:extLst>
              <a:ext uri="{FF2B5EF4-FFF2-40B4-BE49-F238E27FC236}">
                <a16:creationId xmlns:a16="http://schemas.microsoft.com/office/drawing/2014/main" id="{96AFCA55-867D-4FD3-C0BF-824D24FF99FC}"/>
              </a:ext>
            </a:extLst>
          </p:cNvPr>
          <p:cNvSpPr/>
          <p:nvPr/>
        </p:nvSpPr>
        <p:spPr>
          <a:xfrm>
            <a:off x="10722948" y="2033580"/>
            <a:ext cx="1041400" cy="1013615"/>
          </a:xfrm>
          <a:prstGeom prst="rect">
            <a:avLst/>
          </a:prstGeom>
          <a:solidFill>
            <a:srgbClr val="001129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2D806-CFCA-B29E-283A-B10F4D1539E9}"/>
              </a:ext>
            </a:extLst>
          </p:cNvPr>
          <p:cNvSpPr txBox="1"/>
          <p:nvPr/>
        </p:nvSpPr>
        <p:spPr>
          <a:xfrm>
            <a:off x="10950293" y="2355721"/>
            <a:ext cx="81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120%</a:t>
            </a:r>
            <a:endParaRPr lang="nl-BE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BB1366-3EE8-90D9-F956-5ECC8B84435B}"/>
              </a:ext>
            </a:extLst>
          </p:cNvPr>
          <p:cNvSpPr txBox="1"/>
          <p:nvPr/>
        </p:nvSpPr>
        <p:spPr>
          <a:xfrm>
            <a:off x="10722948" y="3003803"/>
            <a:ext cx="104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err="1"/>
              <a:t>Rgb</a:t>
            </a:r>
            <a:r>
              <a:rPr lang="en-US" sz="1100"/>
              <a:t>: 0,17,41   </a:t>
            </a:r>
            <a:r>
              <a:rPr lang="nl-BE" sz="1100"/>
              <a:t>#001129</a:t>
            </a:r>
          </a:p>
        </p:txBody>
      </p:sp>
    </p:spTree>
    <p:extLst>
      <p:ext uri="{BB962C8B-B14F-4D97-AF65-F5344CB8AC3E}">
        <p14:creationId xmlns:p14="http://schemas.microsoft.com/office/powerpoint/2010/main" val="1880226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EDAA-92DD-6004-D42D-4AC03016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A7E5CF2A-4A8F-7244-B324-CD66552F5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5" y="407408"/>
            <a:ext cx="11408129" cy="60431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71179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8DC7-669B-C810-87BD-D497B6338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EEE928AB-F07F-B332-011D-E3600296F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5" y="426460"/>
            <a:ext cx="11415749" cy="60050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34924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656559-A8F5-2522-2D3E-9BD71EC2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89249451-ED2C-BB54-CECB-19D0A9EF917E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3183F262-C418-8B7F-C948-71A2C264555F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197FFF4D-EBCE-A293-A6AE-FE6BE2DEEF38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52DFED07-E1F7-8BCB-586A-DD3C490979F3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17162E0A-228F-F3D2-83E4-1A611B8DF3EB}"/>
              </a:ext>
            </a:extLst>
          </p:cNvPr>
          <p:cNvGraphicFramePr>
            <a:graphicFrameLocks/>
          </p:cNvGraphicFramePr>
          <p:nvPr/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6BF95749-750C-23E9-512D-73ABC317DA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C25AAAAC-9F80-878A-46B3-74645FD26494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6A813662-4046-1920-47D1-8C4A4E2747D4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E372E21-1170-84B2-DEBB-BE5DAF7454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B7916BBB-3D62-46F0-90A3-359645CE60C0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FE1EDB36-ED62-E412-D9C1-1532EF3CEA3D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B455DE53-EC3E-A474-9EEA-5CD0BEFEF6D5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F8C6A85E-5162-488E-F81F-1991A30083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273E94E1-3FAB-CBE0-46B5-0D7BD174AD87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24291387-37A8-33A0-13F0-11BA95358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3BA0C46A-9F7E-4F0B-F723-F47C630494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952AF524-865D-8FA5-1DDE-24CC5639A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5FE1C0D-39AB-FE12-B3B8-147DE0A0D5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2A564DC6-8E36-4686-6B2E-AB34640CE0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F959DA07-E72B-E459-DA65-C4FFA6576AC4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9A357FC5-5F80-6AAF-E60C-47134F201C68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62C50978-FC6A-FB3C-BCEE-6C30BEB24C83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6C45F2D7-3DF8-B21E-63D8-9B75E04FD52E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DBDABE08-6E7A-8629-28D3-9E754DF24BD7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ED86873-14C5-D57D-1681-20B55F8ACF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E041B4B7-AEBA-F18E-5FC0-046EC153F9E8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65630AF8-4D26-4E43-514C-917B827A936A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E5F74317-D0A0-21C3-EB07-3165F309A946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B05B7734-C456-C749-D551-311422659C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EC29651A-0D04-3477-7431-C1B8422FE515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A0623C3C-2290-9561-D7F5-2B9CA067F26F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4277E654-C0AA-E69B-D03B-4093C8C223E5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968A54-9130-D8C0-622C-306D3082E7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021BAF13-E2A4-C6AF-28EC-568CF9B7C32C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A9049389-870B-9E7A-9F71-AA5495DEA77C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9F7B65C8-4D8A-7667-27B7-62147A31D7AE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16466DF4-6525-34F1-3C57-A65728E0F0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B23F681E-C068-BFE7-4D41-C1A4F82476D4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7B5F8493-59D4-4980-F6CF-B100A93D0963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97557415-6944-356E-8A35-0661EADAC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F02FC5D2-904B-0FC9-FD20-B61C277F47BC}"/>
              </a:ext>
            </a:extLst>
          </p:cNvPr>
          <p:cNvGraphicFramePr>
            <a:graphicFrameLocks/>
          </p:cNvGraphicFramePr>
          <p:nvPr/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D68928E9-887D-EBE4-8C9D-EA7606F1F2A1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8B0912ED-2A71-AEEA-254F-1F5C6FB33062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9CE452CF-060B-48E4-7238-6A998B13921D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CF180FBB-F905-8C87-D1AB-B2C6BDF46649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E2837147-96C7-CEAB-6847-493E08A8BD79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964A8121-FC35-1CBA-B677-2E1ABC0EC0E6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6BC2EEBB-711B-ACD7-D55A-D7611042DD5F}"/>
              </a:ext>
            </a:extLst>
          </p:cNvPr>
          <p:cNvGraphicFramePr>
            <a:graphicFrameLocks/>
          </p:cNvGraphicFramePr>
          <p:nvPr/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66B2CEEC-F93A-0858-3B36-5E4A4E05B343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BD816854-C8B8-90ED-C61B-8C2EE6B055C5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D34A7136-4A0C-74EB-993E-5E6ED2DE43F2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2A0EF990-969E-703B-A5FA-7E7C5CD9D870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7264E332-09F9-B975-084A-94A390588A66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725FFC46-3012-896D-2BE2-6E655ED94DDB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CC09C56A-1620-C40E-609A-C5F4C5810D81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FD2C91AD-18EF-C097-D406-338919F39694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E77CBDA4-2A26-F1C4-E6BF-1852767BEEF0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16E7288D-5CCD-8523-97C0-64E11A2B54B0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4A9ACC2A-D190-EFA8-A658-66CFB748ED95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EF26EF72-8FD3-B6CC-BE19-56F1839F2C23}"/>
              </a:ext>
            </a:extLst>
          </p:cNvPr>
          <p:cNvGraphicFramePr>
            <a:graphicFrameLocks/>
          </p:cNvGraphicFramePr>
          <p:nvPr/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640C9B92-88C2-C6A2-A92F-0A8F8EC3B4CD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9074B9FD-EA65-683D-A954-DDE3B35510C2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52CE5858-381B-2C21-BB44-E0DA285E0710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3182F1B1-53F7-85D1-2A67-64BAA1B2A66E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4A6DA6E2-1454-889C-D83F-0BB1AC33D827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4452B66B-783B-8E98-D4A0-C2A0C4BDF740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ACEAD520-C2D6-2B3E-9D62-9721CEE85791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D8EEED76-6C27-7F90-86F7-5D920CE407E8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1C2156EE-B9F8-A678-C43E-D7F65C2F06F5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5B34D299-7866-E452-8CA5-C8449C34CAD6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6A503261-FCFC-096C-4E8D-B997FCAE43D4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8DA8A4C5-5011-EC51-CFA6-145FAD7CCCF1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9EF14492-488F-D092-E0F3-872B91546893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57A4E9C6-2236-4181-C28A-9ED5A720F85F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3EF3C3E3-A982-7C20-AA97-55A4A7C97188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07E64E39-669A-CDA5-9B02-90E5F48F6502}"/>
              </a:ext>
            </a:extLst>
          </p:cNvPr>
          <p:cNvGrpSpPr/>
          <p:nvPr/>
        </p:nvGrpSpPr>
        <p:grpSpPr>
          <a:xfrm>
            <a:off x="121244" y="653754"/>
            <a:ext cx="2975584" cy="4530601"/>
            <a:chOff x="-6580013" y="3199506"/>
            <a:chExt cx="2975584" cy="4530601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24F30609-A3FD-C16D-7CED-73BB3C535009}"/>
                </a:ext>
              </a:extLst>
            </p:cNvPr>
            <p:cNvSpPr/>
            <p:nvPr/>
          </p:nvSpPr>
          <p:spPr>
            <a:xfrm>
              <a:off x="-6580013" y="3199506"/>
              <a:ext cx="2975584" cy="4530601"/>
            </a:xfrm>
            <a:prstGeom prst="roundRect">
              <a:avLst>
                <a:gd name="adj" fmla="val 2824"/>
              </a:avLst>
            </a:prstGeom>
            <a:solidFill>
              <a:srgbClr val="01143D"/>
            </a:solidFill>
            <a:ln>
              <a:noFill/>
            </a:ln>
            <a:effectLst>
              <a:outerShdw blurRad="12700" dist="12700" dir="5400000" algn="ctr" rotWithShape="0">
                <a:schemeClr val="bg1">
                  <a:lumMod val="65000"/>
                  <a:alpha val="3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3758D15-ACB5-D0A7-93E5-1CC4B723E392}"/>
                </a:ext>
              </a:extLst>
            </p:cNvPr>
            <p:cNvGrpSpPr/>
            <p:nvPr/>
          </p:nvGrpSpPr>
          <p:grpSpPr>
            <a:xfrm>
              <a:off x="-6112610" y="3744883"/>
              <a:ext cx="2070269" cy="428625"/>
              <a:chOff x="7195651" y="3694007"/>
              <a:chExt cx="2070269" cy="428625"/>
            </a:xfrm>
          </p:grpSpPr>
          <p:sp>
            <p:nvSpPr>
              <p:cNvPr id="86" name="Rechthoek: afgeronde hoeken 85">
                <a:extLst>
                  <a:ext uri="{FF2B5EF4-FFF2-40B4-BE49-F238E27FC236}">
                    <a16:creationId xmlns:a16="http://schemas.microsoft.com/office/drawing/2014/main" id="{65B6E6BE-758E-040B-A0AE-54E639E19BC3}"/>
                  </a:ext>
                </a:extLst>
              </p:cNvPr>
              <p:cNvSpPr/>
              <p:nvPr/>
            </p:nvSpPr>
            <p:spPr>
              <a:xfrm>
                <a:off x="7195651" y="3694007"/>
                <a:ext cx="2070269" cy="428625"/>
              </a:xfrm>
              <a:prstGeom prst="roundRect">
                <a:avLst/>
              </a:prstGeom>
              <a:solidFill>
                <a:srgbClr val="0C36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7" name="Tekstvak 86">
                <a:extLst>
                  <a:ext uri="{FF2B5EF4-FFF2-40B4-BE49-F238E27FC236}">
                    <a16:creationId xmlns:a16="http://schemas.microsoft.com/office/drawing/2014/main" id="{8E4D5534-1EA8-E9C5-739A-9B84D6F128A8}"/>
                  </a:ext>
                </a:extLst>
              </p:cNvPr>
              <p:cNvSpPr txBox="1"/>
              <p:nvPr/>
            </p:nvSpPr>
            <p:spPr>
              <a:xfrm>
                <a:off x="7271851" y="3790346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88" name="Graphic 87">
                <a:extLst>
                  <a:ext uri="{FF2B5EF4-FFF2-40B4-BE49-F238E27FC236}">
                    <a16:creationId xmlns:a16="http://schemas.microsoft.com/office/drawing/2014/main" id="{501500F4-B9AF-C5C8-A899-7B5A10C5F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007071" y="3858789"/>
                <a:ext cx="95250" cy="95250"/>
              </a:xfrm>
              <a:prstGeom prst="rect">
                <a:avLst/>
              </a:prstGeom>
            </p:spPr>
          </p:pic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00D26396-E2C7-F9E3-4B74-43D6A57345BD}"/>
                </a:ext>
              </a:extLst>
            </p:cNvPr>
            <p:cNvGrpSpPr/>
            <p:nvPr/>
          </p:nvGrpSpPr>
          <p:grpSpPr>
            <a:xfrm>
              <a:off x="-6112610" y="5385382"/>
              <a:ext cx="2070269" cy="428625"/>
              <a:chOff x="7195651" y="3694007"/>
              <a:chExt cx="2070269" cy="428625"/>
            </a:xfrm>
            <a:solidFill>
              <a:srgbClr val="E3E6EE"/>
            </a:solidFill>
          </p:grpSpPr>
          <p:sp>
            <p:nvSpPr>
              <p:cNvPr id="80" name="Rechthoek: afgeronde hoeken 79">
                <a:extLst>
                  <a:ext uri="{FF2B5EF4-FFF2-40B4-BE49-F238E27FC236}">
                    <a16:creationId xmlns:a16="http://schemas.microsoft.com/office/drawing/2014/main" id="{187800B5-868B-DD89-4D5D-BA83E77122DC}"/>
                  </a:ext>
                </a:extLst>
              </p:cNvPr>
              <p:cNvSpPr/>
              <p:nvPr/>
            </p:nvSpPr>
            <p:spPr>
              <a:xfrm>
                <a:off x="7195651" y="3694007"/>
                <a:ext cx="2070269" cy="42862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693EC7E2-CCEE-33ED-67FF-BEB7CA7A28ED}"/>
                  </a:ext>
                </a:extLst>
              </p:cNvPr>
              <p:cNvSpPr txBox="1"/>
              <p:nvPr/>
            </p:nvSpPr>
            <p:spPr>
              <a:xfrm>
                <a:off x="7271851" y="3790346"/>
                <a:ext cx="601447" cy="24622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01143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84" name="Graphic 83">
                <a:extLst>
                  <a:ext uri="{FF2B5EF4-FFF2-40B4-BE49-F238E27FC236}">
                    <a16:creationId xmlns:a16="http://schemas.microsoft.com/office/drawing/2014/main" id="{0079FBBF-7556-24BB-DADB-EC6FF512C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9007071" y="3858789"/>
                <a:ext cx="95250" cy="95250"/>
              </a:xfrm>
              <a:prstGeom prst="rect">
                <a:avLst/>
              </a:prstGeom>
            </p:spPr>
          </p:pic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238C133D-364C-5800-03BB-617C32356BF1}"/>
                </a:ext>
              </a:extLst>
            </p:cNvPr>
            <p:cNvGrpSpPr/>
            <p:nvPr/>
          </p:nvGrpSpPr>
          <p:grpSpPr>
            <a:xfrm>
              <a:off x="-6112610" y="4286360"/>
              <a:ext cx="2070269" cy="428625"/>
              <a:chOff x="7195651" y="3694007"/>
              <a:chExt cx="2070269" cy="428625"/>
            </a:xfrm>
          </p:grpSpPr>
          <p:sp>
            <p:nvSpPr>
              <p:cNvPr id="53" name="Rechthoek: afgeronde hoeken 52">
                <a:extLst>
                  <a:ext uri="{FF2B5EF4-FFF2-40B4-BE49-F238E27FC236}">
                    <a16:creationId xmlns:a16="http://schemas.microsoft.com/office/drawing/2014/main" id="{065BDC5E-C686-61E0-B0C2-E854A385CEDF}"/>
                  </a:ext>
                </a:extLst>
              </p:cNvPr>
              <p:cNvSpPr/>
              <p:nvPr/>
            </p:nvSpPr>
            <p:spPr>
              <a:xfrm>
                <a:off x="7195651" y="3694007"/>
                <a:ext cx="2070269" cy="428625"/>
              </a:xfrm>
              <a:prstGeom prst="roundRect">
                <a:avLst/>
              </a:prstGeom>
              <a:solidFill>
                <a:srgbClr val="0C36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5" name="Tekstvak 54">
                <a:extLst>
                  <a:ext uri="{FF2B5EF4-FFF2-40B4-BE49-F238E27FC236}">
                    <a16:creationId xmlns:a16="http://schemas.microsoft.com/office/drawing/2014/main" id="{B0DD9F13-E8FD-0C8C-254D-9F301F3D7433}"/>
                  </a:ext>
                </a:extLst>
              </p:cNvPr>
              <p:cNvSpPr txBox="1"/>
              <p:nvPr/>
            </p:nvSpPr>
            <p:spPr>
              <a:xfrm>
                <a:off x="7271851" y="3790346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BB4E3A12-A631-F436-2E1D-E0728BBCB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007071" y="3858789"/>
                <a:ext cx="95250" cy="95250"/>
              </a:xfrm>
              <a:prstGeom prst="rect">
                <a:avLst/>
              </a:prstGeom>
            </p:spPr>
          </p:pic>
        </p:grpSp>
        <p:grpSp>
          <p:nvGrpSpPr>
            <p:cNvPr id="47" name="Groep 46">
              <a:extLst>
                <a:ext uri="{FF2B5EF4-FFF2-40B4-BE49-F238E27FC236}">
                  <a16:creationId xmlns:a16="http://schemas.microsoft.com/office/drawing/2014/main" id="{761E5C98-0055-1310-ED5A-F9094684478F}"/>
                </a:ext>
              </a:extLst>
            </p:cNvPr>
            <p:cNvGrpSpPr/>
            <p:nvPr/>
          </p:nvGrpSpPr>
          <p:grpSpPr>
            <a:xfrm>
              <a:off x="-6112610" y="4832848"/>
              <a:ext cx="2070269" cy="428625"/>
              <a:chOff x="7195651" y="3694007"/>
              <a:chExt cx="2070269" cy="428625"/>
            </a:xfrm>
          </p:grpSpPr>
          <p:sp>
            <p:nvSpPr>
              <p:cNvPr id="49" name="Rechthoek: afgeronde hoeken 48">
                <a:extLst>
                  <a:ext uri="{FF2B5EF4-FFF2-40B4-BE49-F238E27FC236}">
                    <a16:creationId xmlns:a16="http://schemas.microsoft.com/office/drawing/2014/main" id="{50452A75-6A84-834A-F6BD-A59974EE50D9}"/>
                  </a:ext>
                </a:extLst>
              </p:cNvPr>
              <p:cNvSpPr/>
              <p:nvPr/>
            </p:nvSpPr>
            <p:spPr>
              <a:xfrm>
                <a:off x="7195651" y="3694007"/>
                <a:ext cx="2070269" cy="428625"/>
              </a:xfrm>
              <a:prstGeom prst="roundRect">
                <a:avLst/>
              </a:prstGeom>
              <a:solidFill>
                <a:srgbClr val="0C36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0" name="Tekstvak 49">
                <a:extLst>
                  <a:ext uri="{FF2B5EF4-FFF2-40B4-BE49-F238E27FC236}">
                    <a16:creationId xmlns:a16="http://schemas.microsoft.com/office/drawing/2014/main" id="{D6EE2E9B-AB49-6DE3-64F1-E99E2C80DE9E}"/>
                  </a:ext>
                </a:extLst>
              </p:cNvPr>
              <p:cNvSpPr txBox="1"/>
              <p:nvPr/>
            </p:nvSpPr>
            <p:spPr>
              <a:xfrm>
                <a:off x="7271851" y="3790346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Button</a:t>
                </a:r>
              </a:p>
            </p:txBody>
          </p:sp>
          <p:pic>
            <p:nvPicPr>
              <p:cNvPr id="51" name="Graphic 50">
                <a:extLst>
                  <a:ext uri="{FF2B5EF4-FFF2-40B4-BE49-F238E27FC236}">
                    <a16:creationId xmlns:a16="http://schemas.microsoft.com/office/drawing/2014/main" id="{9FED0AE1-4CBB-90EA-F409-E428976C9A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007071" y="3858789"/>
                <a:ext cx="95250" cy="95250"/>
              </a:xfrm>
              <a:prstGeom prst="rect">
                <a:avLst/>
              </a:prstGeom>
            </p:spPr>
          </p:pic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CD271A97-68A0-3227-FA60-22E30E5A23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3921674" y="3333750"/>
              <a:ext cx="171450" cy="171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268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23E7C8-8A31-3299-B978-870FDC90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87">
            <a:extLst>
              <a:ext uri="{FF2B5EF4-FFF2-40B4-BE49-F238E27FC236}">
                <a16:creationId xmlns:a16="http://schemas.microsoft.com/office/drawing/2014/main" id="{823E1F4C-B7C5-3AFA-B8CB-3F761473A55B}"/>
              </a:ext>
            </a:extLst>
          </p:cNvPr>
          <p:cNvSpPr/>
          <p:nvPr/>
        </p:nvSpPr>
        <p:spPr>
          <a:xfrm>
            <a:off x="6206188" y="3984360"/>
            <a:ext cx="5886665" cy="26045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ectangle: Rounded Corners 85">
            <a:extLst>
              <a:ext uri="{FF2B5EF4-FFF2-40B4-BE49-F238E27FC236}">
                <a16:creationId xmlns:a16="http://schemas.microsoft.com/office/drawing/2014/main" id="{F1BB0545-1801-7AF1-C04F-2936EBB7C09B}"/>
              </a:ext>
            </a:extLst>
          </p:cNvPr>
          <p:cNvSpPr/>
          <p:nvPr/>
        </p:nvSpPr>
        <p:spPr>
          <a:xfrm>
            <a:off x="284844" y="662962"/>
            <a:ext cx="4690642" cy="3081055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89">
            <a:extLst>
              <a:ext uri="{FF2B5EF4-FFF2-40B4-BE49-F238E27FC236}">
                <a16:creationId xmlns:a16="http://schemas.microsoft.com/office/drawing/2014/main" id="{F08FDB33-EAC3-212A-BF99-90749DFE7A3C}"/>
              </a:ext>
            </a:extLst>
          </p:cNvPr>
          <p:cNvSpPr/>
          <p:nvPr/>
        </p:nvSpPr>
        <p:spPr>
          <a:xfrm>
            <a:off x="284843" y="3972964"/>
            <a:ext cx="5811158" cy="2591356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FA1B7E87-62EF-A545-83E4-6F1E400DD21A}"/>
              </a:ext>
            </a:extLst>
          </p:cNvPr>
          <p:cNvSpPr/>
          <p:nvPr/>
        </p:nvSpPr>
        <p:spPr>
          <a:xfrm>
            <a:off x="0" y="7171343"/>
            <a:ext cx="12192000" cy="362931"/>
          </a:xfrm>
          <a:prstGeom prst="rect">
            <a:avLst/>
          </a:prstGeom>
          <a:solidFill>
            <a:srgbClr val="00173A"/>
          </a:solidFill>
          <a:ln>
            <a:solidFill>
              <a:srgbClr val="0017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Footer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: #00173a – font: </a:t>
            </a:r>
            <a:r>
              <a:rPr lang="nl-BE" sz="1200" err="1">
                <a:latin typeface="Poppins" panose="00000500000000000000" pitchFamily="2" charset="0"/>
                <a:cs typeface="Poppins" panose="00000500000000000000" pitchFamily="2" charset="0"/>
              </a:rPr>
              <a:t>Poppins</a:t>
            </a:r>
            <a:endParaRPr lang="nl-BE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B8A10F36-1C4E-57F6-7120-626DA889765C}"/>
              </a:ext>
            </a:extLst>
          </p:cNvPr>
          <p:cNvGraphicFramePr>
            <a:graphicFrameLocks/>
          </p:cNvGraphicFramePr>
          <p:nvPr/>
        </p:nvGraphicFramePr>
        <p:xfrm>
          <a:off x="526570" y="879970"/>
          <a:ext cx="4077374" cy="27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CFE2F764-DC62-7EE6-6E0E-930EB312A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992" y="-3773363"/>
            <a:ext cx="304800" cy="304800"/>
          </a:xfrm>
          <a:prstGeom prst="rect">
            <a:avLst/>
          </a:prstGeom>
        </p:spPr>
      </p:pic>
      <p:grpSp>
        <p:nvGrpSpPr>
          <p:cNvPr id="42" name="Groep 41">
            <a:extLst>
              <a:ext uri="{FF2B5EF4-FFF2-40B4-BE49-F238E27FC236}">
                <a16:creationId xmlns:a16="http://schemas.microsoft.com/office/drawing/2014/main" id="{2226C80B-1CC5-2853-51AC-8347889588FA}"/>
              </a:ext>
            </a:extLst>
          </p:cNvPr>
          <p:cNvGrpSpPr/>
          <p:nvPr/>
        </p:nvGrpSpPr>
        <p:grpSpPr>
          <a:xfrm>
            <a:off x="0" y="-1678"/>
            <a:ext cx="12192000" cy="523875"/>
            <a:chOff x="85700" y="-1175845"/>
            <a:chExt cx="12192000" cy="523875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1762AED6-C6AA-5CBE-FC10-39B5E59253A6}"/>
                </a:ext>
              </a:extLst>
            </p:cNvPr>
            <p:cNvSpPr/>
            <p:nvPr/>
          </p:nvSpPr>
          <p:spPr>
            <a:xfrm>
              <a:off x="85700" y="-1175845"/>
              <a:ext cx="12192000" cy="523875"/>
            </a:xfrm>
            <a:prstGeom prst="rect">
              <a:avLst/>
            </a:prstGeom>
            <a:solidFill>
              <a:srgbClr val="00173A"/>
            </a:solidFill>
            <a:ln>
              <a:solidFill>
                <a:srgbClr val="0017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200">
                  <a:latin typeface="Poppins SemiBold" panose="00000700000000000000" pitchFamily="2" charset="0"/>
                  <a:cs typeface="Poppins SemiBold" panose="00000700000000000000" pitchFamily="2" charset="0"/>
                </a:rPr>
                <a:t>		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C8569B5-B53E-2588-8CCB-59BC770098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9292" y="-1058049"/>
              <a:ext cx="304800" cy="304800"/>
            </a:xfrm>
            <a:prstGeom prst="rect">
              <a:avLst/>
            </a:prstGeom>
          </p:spPr>
        </p:pic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A5D46EA5-077D-3FBF-5EE0-29B40DC288C5}"/>
                </a:ext>
              </a:extLst>
            </p:cNvPr>
            <p:cNvGrpSpPr/>
            <p:nvPr/>
          </p:nvGrpSpPr>
          <p:grpSpPr>
            <a:xfrm>
              <a:off x="6252208" y="-1086653"/>
              <a:ext cx="3476626" cy="342900"/>
              <a:chOff x="5990952" y="-1101893"/>
              <a:chExt cx="3476626" cy="342900"/>
            </a:xfrm>
          </p:grpSpPr>
          <p:grpSp>
            <p:nvGrpSpPr>
              <p:cNvPr id="10" name="Groep 9">
                <a:extLst>
                  <a:ext uri="{FF2B5EF4-FFF2-40B4-BE49-F238E27FC236}">
                    <a16:creationId xmlns:a16="http://schemas.microsoft.com/office/drawing/2014/main" id="{67FED34B-1A71-711B-B714-7CD64C6DF883}"/>
                  </a:ext>
                </a:extLst>
              </p:cNvPr>
              <p:cNvGrpSpPr/>
              <p:nvPr/>
            </p:nvGrpSpPr>
            <p:grpSpPr>
              <a:xfrm>
                <a:off x="5990952" y="-1101893"/>
                <a:ext cx="3476626" cy="342900"/>
                <a:chOff x="3543027" y="-507559"/>
                <a:chExt cx="3476626" cy="381000"/>
              </a:xfrm>
              <a:solidFill>
                <a:srgbClr val="0C365D"/>
              </a:solidFill>
            </p:grpSpPr>
            <p:sp>
              <p:nvSpPr>
                <p:cNvPr id="9" name="Rechthoek: afgeronde hoeken 8">
                  <a:extLst>
                    <a:ext uri="{FF2B5EF4-FFF2-40B4-BE49-F238E27FC236}">
                      <a16:creationId xmlns:a16="http://schemas.microsoft.com/office/drawing/2014/main" id="{5B6C197E-0E24-869F-6D96-2847E2D9A6DB}"/>
                    </a:ext>
                  </a:extLst>
                </p:cNvPr>
                <p:cNvSpPr/>
                <p:nvPr/>
              </p:nvSpPr>
              <p:spPr>
                <a:xfrm>
                  <a:off x="3543027" y="-507559"/>
                  <a:ext cx="3476626" cy="3810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3972369D-DBC7-B040-DA49-A02A02CDEA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07235" y="-434538"/>
                  <a:ext cx="211667" cy="211667"/>
                </a:xfrm>
                <a:prstGeom prst="rect">
                  <a:avLst/>
                </a:prstGeom>
              </p:spPr>
            </p:pic>
          </p:grpSp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F0208615-4BB2-8E9D-666B-B0E48BA31A32}"/>
                  </a:ext>
                </a:extLst>
              </p:cNvPr>
              <p:cNvSpPr txBox="1"/>
              <p:nvPr/>
            </p:nvSpPr>
            <p:spPr>
              <a:xfrm>
                <a:off x="6042387" y="-1069584"/>
                <a:ext cx="16097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Type </a:t>
                </a:r>
                <a:r>
                  <a:rPr lang="nl-BE" sz="1000" err="1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your</a:t>
                </a:r>
                <a:r>
                  <a:rPr lang="nl-BE" sz="1000">
                    <a:solidFill>
                      <a:srgbClr val="E3E6EE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search here</a:t>
                </a:r>
              </a:p>
            </p:txBody>
          </p:sp>
        </p:grpSp>
        <p:pic>
          <p:nvPicPr>
            <p:cNvPr id="27" name="Afbeelding 26" descr="Afbeelding met schermopname, Graphics, Lettertype, ontwerp&#10;&#10;Door AI gegenereerde inhoud is mogelijk onjuist.">
              <a:extLst>
                <a:ext uri="{FF2B5EF4-FFF2-40B4-BE49-F238E27FC236}">
                  <a16:creationId xmlns:a16="http://schemas.microsoft.com/office/drawing/2014/main" id="{AF503FA3-A605-9052-2CE5-741676D0A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74" b="16010"/>
            <a:stretch/>
          </p:blipFill>
          <p:spPr>
            <a:xfrm>
              <a:off x="296204" y="-1066411"/>
              <a:ext cx="265131" cy="3048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ED0B5038-7776-1B9C-CC03-C238886723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48015" y="-1058049"/>
              <a:ext cx="304800" cy="3048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D6F7F651-ED4A-DB2F-F78D-35AA8F2D8D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26906" y="-1058049"/>
              <a:ext cx="304800" cy="3048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E2A2D669-52A3-9305-B6B7-D6B0D586D4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782742" y="-1058049"/>
              <a:ext cx="304800" cy="3048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5776463E-69E2-5191-A33B-C918D58BE0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2406" y="-1058049"/>
              <a:ext cx="304800" cy="304800"/>
            </a:xfrm>
            <a:prstGeom prst="rect">
              <a:avLst/>
            </a:prstGeom>
          </p:spPr>
        </p:pic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8D143CE6-D73F-C593-405D-3366EFB866EA}"/>
                </a:ext>
              </a:extLst>
            </p:cNvPr>
            <p:cNvSpPr txBox="1"/>
            <p:nvPr/>
          </p:nvSpPr>
          <p:spPr>
            <a:xfrm>
              <a:off x="595811" y="-1090954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APP NAME</a:t>
              </a:r>
            </a:p>
          </p:txBody>
        </p:sp>
      </p:grpSp>
      <p:sp>
        <p:nvSpPr>
          <p:cNvPr id="18" name="Rectangle: Rounded Corners 88">
            <a:extLst>
              <a:ext uri="{FF2B5EF4-FFF2-40B4-BE49-F238E27FC236}">
                <a16:creationId xmlns:a16="http://schemas.microsoft.com/office/drawing/2014/main" id="{61956FB0-A981-6B60-763A-7DB9372B159C}"/>
              </a:ext>
            </a:extLst>
          </p:cNvPr>
          <p:cNvSpPr/>
          <p:nvPr/>
        </p:nvSpPr>
        <p:spPr>
          <a:xfrm>
            <a:off x="9117269" y="667369"/>
            <a:ext cx="2975584" cy="2761632"/>
          </a:xfrm>
          <a:prstGeom prst="roundRect">
            <a:avLst>
              <a:gd name="adj" fmla="val 2824"/>
            </a:avLst>
          </a:prstGeom>
          <a:solidFill>
            <a:srgbClr val="01143D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E1497C55-600E-FD45-FC94-41F330C17275}"/>
              </a:ext>
            </a:extLst>
          </p:cNvPr>
          <p:cNvGrpSpPr/>
          <p:nvPr/>
        </p:nvGrpSpPr>
        <p:grpSpPr>
          <a:xfrm>
            <a:off x="9576144" y="992653"/>
            <a:ext cx="2070269" cy="428625"/>
            <a:chOff x="7195651" y="3694007"/>
            <a:chExt cx="2070269" cy="428625"/>
          </a:xfrm>
        </p:grpSpPr>
        <p:sp>
          <p:nvSpPr>
            <p:cNvPr id="2" name="Rechthoek: afgeronde hoeken 1">
              <a:extLst>
                <a:ext uri="{FF2B5EF4-FFF2-40B4-BE49-F238E27FC236}">
                  <a16:creationId xmlns:a16="http://schemas.microsoft.com/office/drawing/2014/main" id="{7D6C91AA-5745-BE2F-7AB5-4445199D37EB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0FC188A5-71D0-285E-352F-C435A62119BB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3CE5191-7999-DF08-628C-8656FD691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C3248839-D2E9-8678-337A-F3994D246D1C}"/>
              </a:ext>
            </a:extLst>
          </p:cNvPr>
          <p:cNvGrpSpPr/>
          <p:nvPr/>
        </p:nvGrpSpPr>
        <p:grpSpPr>
          <a:xfrm>
            <a:off x="9576144" y="2633152"/>
            <a:ext cx="2070269" cy="428625"/>
            <a:chOff x="7195651" y="3694007"/>
            <a:chExt cx="2070269" cy="428625"/>
          </a:xfrm>
          <a:solidFill>
            <a:srgbClr val="E3E6EE"/>
          </a:solidFill>
        </p:grpSpPr>
        <p:sp>
          <p:nvSpPr>
            <p:cNvPr id="29" name="Rechthoek: afgeronde hoeken 28">
              <a:extLst>
                <a:ext uri="{FF2B5EF4-FFF2-40B4-BE49-F238E27FC236}">
                  <a16:creationId xmlns:a16="http://schemas.microsoft.com/office/drawing/2014/main" id="{F7533965-B055-3EC0-EE56-27C829A80EB9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0" name="Tekstvak 29">
              <a:extLst>
                <a:ext uri="{FF2B5EF4-FFF2-40B4-BE49-F238E27FC236}">
                  <a16:creationId xmlns:a16="http://schemas.microsoft.com/office/drawing/2014/main" id="{E28427A9-BF33-28D4-CE71-792D5D1535D4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01143D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A699BFA4-BD9D-04F4-6518-B3FEDAC09A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B02AD60C-FE5E-1F5D-83BA-C19DB4FF2FE6}"/>
              </a:ext>
            </a:extLst>
          </p:cNvPr>
          <p:cNvGrpSpPr/>
          <p:nvPr/>
        </p:nvGrpSpPr>
        <p:grpSpPr>
          <a:xfrm>
            <a:off x="9576144" y="1534130"/>
            <a:ext cx="2070269" cy="428625"/>
            <a:chOff x="7195651" y="3694007"/>
            <a:chExt cx="2070269" cy="428625"/>
          </a:xfrm>
        </p:grpSpPr>
        <p:sp>
          <p:nvSpPr>
            <p:cNvPr id="36" name="Rechthoek: afgeronde hoeken 35">
              <a:extLst>
                <a:ext uri="{FF2B5EF4-FFF2-40B4-BE49-F238E27FC236}">
                  <a16:creationId xmlns:a16="http://schemas.microsoft.com/office/drawing/2014/main" id="{0CCCF259-701B-BDD4-242D-C131DEB58E73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F9D3C7E0-1D4D-4EAD-B9C2-41ECAEA90657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297FFF38-3CD9-24DD-E859-839A5EA97D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43" name="Groep 42">
            <a:extLst>
              <a:ext uri="{FF2B5EF4-FFF2-40B4-BE49-F238E27FC236}">
                <a16:creationId xmlns:a16="http://schemas.microsoft.com/office/drawing/2014/main" id="{3FAFFAAA-76DA-A0FB-5451-3473D96649D8}"/>
              </a:ext>
            </a:extLst>
          </p:cNvPr>
          <p:cNvGrpSpPr/>
          <p:nvPr/>
        </p:nvGrpSpPr>
        <p:grpSpPr>
          <a:xfrm>
            <a:off x="9576144" y="2080618"/>
            <a:ext cx="2070269" cy="428625"/>
            <a:chOff x="7195651" y="3694007"/>
            <a:chExt cx="2070269" cy="428625"/>
          </a:xfrm>
        </p:grpSpPr>
        <p:sp>
          <p:nvSpPr>
            <p:cNvPr id="44" name="Rechthoek: afgeronde hoeken 43">
              <a:extLst>
                <a:ext uri="{FF2B5EF4-FFF2-40B4-BE49-F238E27FC236}">
                  <a16:creationId xmlns:a16="http://schemas.microsoft.com/office/drawing/2014/main" id="{BAC485F1-4FD9-262F-B73D-B5D19D116C16}"/>
                </a:ext>
              </a:extLst>
            </p:cNvPr>
            <p:cNvSpPr/>
            <p:nvPr/>
          </p:nvSpPr>
          <p:spPr>
            <a:xfrm>
              <a:off x="7195651" y="3694007"/>
              <a:ext cx="2070269" cy="428625"/>
            </a:xfrm>
            <a:prstGeom prst="roundRect">
              <a:avLst/>
            </a:prstGeom>
            <a:solidFill>
              <a:srgbClr val="0C36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5" name="Tekstvak 44">
              <a:extLst>
                <a:ext uri="{FF2B5EF4-FFF2-40B4-BE49-F238E27FC236}">
                  <a16:creationId xmlns:a16="http://schemas.microsoft.com/office/drawing/2014/main" id="{7E271175-C257-2652-2990-144A13258A9C}"/>
                </a:ext>
              </a:extLst>
            </p:cNvPr>
            <p:cNvSpPr txBox="1"/>
            <p:nvPr/>
          </p:nvSpPr>
          <p:spPr>
            <a:xfrm>
              <a:off x="7271851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A5F56F6E-1FB3-8E8D-C6B0-AACFEFAE4C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grpSp>
        <p:nvGrpSpPr>
          <p:cNvPr id="77" name="Groep 76">
            <a:extLst>
              <a:ext uri="{FF2B5EF4-FFF2-40B4-BE49-F238E27FC236}">
                <a16:creationId xmlns:a16="http://schemas.microsoft.com/office/drawing/2014/main" id="{7FCFADFF-C773-79F8-5789-35265C7EA499}"/>
              </a:ext>
            </a:extLst>
          </p:cNvPr>
          <p:cNvGrpSpPr/>
          <p:nvPr/>
        </p:nvGrpSpPr>
        <p:grpSpPr>
          <a:xfrm rot="16200000">
            <a:off x="6001521" y="617878"/>
            <a:ext cx="221922" cy="12427113"/>
            <a:chOff x="500430" y="-4383885"/>
            <a:chExt cx="221922" cy="12427113"/>
          </a:xfrm>
        </p:grpSpPr>
        <p:sp>
          <p:nvSpPr>
            <p:cNvPr id="78" name="Rechthoek: afgeronde hoeken 77">
              <a:extLst>
                <a:ext uri="{FF2B5EF4-FFF2-40B4-BE49-F238E27FC236}">
                  <a16:creationId xmlns:a16="http://schemas.microsoft.com/office/drawing/2014/main" id="{1FDC5DC6-BA2D-C277-14B9-46C5CAFD83CC}"/>
                </a:ext>
              </a:extLst>
            </p:cNvPr>
            <p:cNvSpPr/>
            <p:nvPr/>
          </p:nvSpPr>
          <p:spPr>
            <a:xfrm>
              <a:off x="500430" y="-4383885"/>
              <a:ext cx="221922" cy="12427113"/>
            </a:xfrm>
            <a:prstGeom prst="roundRect">
              <a:avLst/>
            </a:prstGeom>
            <a:solidFill>
              <a:srgbClr val="0114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FC80D3BB-27ED-D915-F653-9B0CC561AB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5680" y="1765569"/>
              <a:ext cx="95250" cy="95250"/>
            </a:xfrm>
            <a:prstGeom prst="rect">
              <a:avLst/>
            </a:prstGeom>
          </p:spPr>
        </p:pic>
      </p:grpSp>
      <p:graphicFrame>
        <p:nvGraphicFramePr>
          <p:cNvPr id="85" name="Grafiek 84">
            <a:extLst>
              <a:ext uri="{FF2B5EF4-FFF2-40B4-BE49-F238E27FC236}">
                <a16:creationId xmlns:a16="http://schemas.microsoft.com/office/drawing/2014/main" id="{759F7BCB-DC08-97F2-EA3C-D4604D4E1A37}"/>
              </a:ext>
            </a:extLst>
          </p:cNvPr>
          <p:cNvGraphicFramePr>
            <a:graphicFrameLocks/>
          </p:cNvGraphicFramePr>
          <p:nvPr/>
        </p:nvGraphicFramePr>
        <p:xfrm>
          <a:off x="284843" y="4188929"/>
          <a:ext cx="5811157" cy="2302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0" name="Rectangle: Rounded Corners 86">
            <a:extLst>
              <a:ext uri="{FF2B5EF4-FFF2-40B4-BE49-F238E27FC236}">
                <a16:creationId xmlns:a16="http://schemas.microsoft.com/office/drawing/2014/main" id="{480D4813-F6FE-92FC-88AC-5A0428A4D564}"/>
              </a:ext>
            </a:extLst>
          </p:cNvPr>
          <p:cNvSpPr/>
          <p:nvPr/>
        </p:nvSpPr>
        <p:spPr>
          <a:xfrm>
            <a:off x="5081934" y="821047"/>
            <a:ext cx="3852686" cy="2922970"/>
          </a:xfrm>
          <a:prstGeom prst="roundRect">
            <a:avLst>
              <a:gd name="adj" fmla="val 2824"/>
            </a:avLst>
          </a:prstGeom>
          <a:solidFill>
            <a:schemeClr val="bg1"/>
          </a:solidFill>
          <a:ln>
            <a:noFill/>
          </a:ln>
          <a:effectLst>
            <a:outerShdw blurRad="12700" dist="12700" dir="5400000" algn="ctr" rotWithShape="0">
              <a:schemeClr val="bg1">
                <a:lumMod val="6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>
              <a:solidFill>
                <a:srgbClr val="01143D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kstvak 1">
            <a:extLst>
              <a:ext uri="{FF2B5EF4-FFF2-40B4-BE49-F238E27FC236}">
                <a16:creationId xmlns:a16="http://schemas.microsoft.com/office/drawing/2014/main" id="{DD7C8432-4AA7-4FB5-F136-B99E8ED5B267}"/>
              </a:ext>
            </a:extLst>
          </p:cNvPr>
          <p:cNvSpPr txBox="1"/>
          <p:nvPr/>
        </p:nvSpPr>
        <p:spPr>
          <a:xfrm>
            <a:off x="7971094" y="2996784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</a:t>
            </a:r>
            <a:endParaRPr lang="nl-BE" sz="1000" kern="1200">
              <a:solidFill>
                <a:srgbClr val="0C36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kstvak 1">
            <a:extLst>
              <a:ext uri="{FF2B5EF4-FFF2-40B4-BE49-F238E27FC236}">
                <a16:creationId xmlns:a16="http://schemas.microsoft.com/office/drawing/2014/main" id="{4A44BE81-55FD-882F-A27E-6A5A93AB547B}"/>
              </a:ext>
            </a:extLst>
          </p:cNvPr>
          <p:cNvSpPr txBox="1"/>
          <p:nvPr/>
        </p:nvSpPr>
        <p:spPr>
          <a:xfrm>
            <a:off x="7761686" y="2179331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kstvak 1">
            <a:extLst>
              <a:ext uri="{FF2B5EF4-FFF2-40B4-BE49-F238E27FC236}">
                <a16:creationId xmlns:a16="http://schemas.microsoft.com/office/drawing/2014/main" id="{5D301954-6D2C-79ED-5404-ECF72A13E861}"/>
              </a:ext>
            </a:extLst>
          </p:cNvPr>
          <p:cNvSpPr txBox="1"/>
          <p:nvPr/>
        </p:nvSpPr>
        <p:spPr>
          <a:xfrm>
            <a:off x="7834866" y="1337891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kstvak 1">
            <a:extLst>
              <a:ext uri="{FF2B5EF4-FFF2-40B4-BE49-F238E27FC236}">
                <a16:creationId xmlns:a16="http://schemas.microsoft.com/office/drawing/2014/main" id="{5D4AC408-E459-4176-D710-EEBF7D9F5B10}"/>
              </a:ext>
            </a:extLst>
          </p:cNvPr>
          <p:cNvSpPr txBox="1"/>
          <p:nvPr/>
        </p:nvSpPr>
        <p:spPr>
          <a:xfrm>
            <a:off x="7975620" y="317025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95%</a:t>
            </a:r>
          </a:p>
        </p:txBody>
      </p:sp>
      <p:sp>
        <p:nvSpPr>
          <p:cNvPr id="110" name="Tekstvak 1">
            <a:extLst>
              <a:ext uri="{FF2B5EF4-FFF2-40B4-BE49-F238E27FC236}">
                <a16:creationId xmlns:a16="http://schemas.microsoft.com/office/drawing/2014/main" id="{CC14448E-64D4-345D-AE23-3E58306C8EDB}"/>
              </a:ext>
            </a:extLst>
          </p:cNvPr>
          <p:cNvSpPr txBox="1"/>
          <p:nvPr/>
        </p:nvSpPr>
        <p:spPr>
          <a:xfrm>
            <a:off x="7766212" y="2368044"/>
            <a:ext cx="1080247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88%</a:t>
            </a:r>
            <a:endParaRPr lang="nl-BE" sz="1000" kern="1200">
              <a:solidFill>
                <a:srgbClr val="0080C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2" name="Grafiek 111">
            <a:extLst>
              <a:ext uri="{FF2B5EF4-FFF2-40B4-BE49-F238E27FC236}">
                <a16:creationId xmlns:a16="http://schemas.microsoft.com/office/drawing/2014/main" id="{3E2A7E2B-F1E6-4F98-762D-089F79AF134B}"/>
              </a:ext>
            </a:extLst>
          </p:cNvPr>
          <p:cNvGraphicFramePr>
            <a:graphicFrameLocks/>
          </p:cNvGraphicFramePr>
          <p:nvPr/>
        </p:nvGraphicFramePr>
        <p:xfrm>
          <a:off x="5099049" y="1493250"/>
          <a:ext cx="3207287" cy="28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11" name="Tekstvak 1">
            <a:extLst>
              <a:ext uri="{FF2B5EF4-FFF2-40B4-BE49-F238E27FC236}">
                <a16:creationId xmlns:a16="http://schemas.microsoft.com/office/drawing/2014/main" id="{AA39B12C-B373-AE6B-8AF5-CB01FAB470DB}"/>
              </a:ext>
            </a:extLst>
          </p:cNvPr>
          <p:cNvSpPr txBox="1"/>
          <p:nvPr/>
        </p:nvSpPr>
        <p:spPr>
          <a:xfrm>
            <a:off x="7839393" y="1518984"/>
            <a:ext cx="904475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sz="10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nl-BE" sz="1000" kern="1200">
              <a:solidFill>
                <a:srgbClr val="00ADE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Gelijkbenige driehoek 115">
            <a:extLst>
              <a:ext uri="{FF2B5EF4-FFF2-40B4-BE49-F238E27FC236}">
                <a16:creationId xmlns:a16="http://schemas.microsoft.com/office/drawing/2014/main" id="{11F8FB95-D442-9041-B3EA-BF4A921ACF94}"/>
              </a:ext>
            </a:extLst>
          </p:cNvPr>
          <p:cNvSpPr>
            <a:spLocks noChangeAspect="1"/>
          </p:cNvSpPr>
          <p:nvPr/>
        </p:nvSpPr>
        <p:spPr>
          <a:xfrm>
            <a:off x="5735039" y="1080770"/>
            <a:ext cx="133200" cy="133200"/>
          </a:xfrm>
          <a:prstGeom prst="triangle">
            <a:avLst/>
          </a:prstGeom>
          <a:solidFill>
            <a:srgbClr val="00A7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7" name="Tekstvak 1">
            <a:extLst>
              <a:ext uri="{FF2B5EF4-FFF2-40B4-BE49-F238E27FC236}">
                <a16:creationId xmlns:a16="http://schemas.microsoft.com/office/drawing/2014/main" id="{75D82F73-15A3-5150-F3A3-6190724DFCC4}"/>
              </a:ext>
            </a:extLst>
          </p:cNvPr>
          <p:cNvSpPr txBox="1"/>
          <p:nvPr/>
        </p:nvSpPr>
        <p:spPr>
          <a:xfrm>
            <a:off x="5783661" y="1030597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18" name="Tekstvak 1">
            <a:extLst>
              <a:ext uri="{FF2B5EF4-FFF2-40B4-BE49-F238E27FC236}">
                <a16:creationId xmlns:a16="http://schemas.microsoft.com/office/drawing/2014/main" id="{7DDD4346-A57E-D94C-4C9B-671EA0B8892B}"/>
              </a:ext>
            </a:extLst>
          </p:cNvPr>
          <p:cNvSpPr txBox="1"/>
          <p:nvPr/>
        </p:nvSpPr>
        <p:spPr>
          <a:xfrm>
            <a:off x="5293748" y="1236586"/>
            <a:ext cx="690502" cy="3920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200" kern="1200">
                <a:solidFill>
                  <a:srgbClr val="0087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54,34%</a:t>
            </a:r>
          </a:p>
        </p:txBody>
      </p:sp>
      <p:sp>
        <p:nvSpPr>
          <p:cNvPr id="101" name="Tekstvak 1">
            <a:extLst>
              <a:ext uri="{FF2B5EF4-FFF2-40B4-BE49-F238E27FC236}">
                <a16:creationId xmlns:a16="http://schemas.microsoft.com/office/drawing/2014/main" id="{1C77A76A-5EAC-70B5-A554-020AA8D29F81}"/>
              </a:ext>
            </a:extLst>
          </p:cNvPr>
          <p:cNvSpPr txBox="1"/>
          <p:nvPr/>
        </p:nvSpPr>
        <p:spPr>
          <a:xfrm>
            <a:off x="5271822" y="1030597"/>
            <a:ext cx="631799" cy="25874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kern="1200">
                <a:solidFill>
                  <a:srgbClr val="01143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OEE</a:t>
            </a:r>
          </a:p>
        </p:txBody>
      </p:sp>
      <p:sp>
        <p:nvSpPr>
          <p:cNvPr id="119" name="Gelijkbenige driehoek 118">
            <a:extLst>
              <a:ext uri="{FF2B5EF4-FFF2-40B4-BE49-F238E27FC236}">
                <a16:creationId xmlns:a16="http://schemas.microsoft.com/office/drawing/2014/main" id="{3D787762-7A84-94AD-4CBE-E1698CBED346}"/>
              </a:ext>
            </a:extLst>
          </p:cNvPr>
          <p:cNvSpPr>
            <a:spLocks noChangeAspect="1"/>
          </p:cNvSpPr>
          <p:nvPr/>
        </p:nvSpPr>
        <p:spPr>
          <a:xfrm>
            <a:off x="8114827" y="1744112"/>
            <a:ext cx="115200" cy="115200"/>
          </a:xfrm>
          <a:prstGeom prst="triangle">
            <a:avLst/>
          </a:prstGeom>
          <a:solidFill>
            <a:srgbClr val="00ADE5"/>
          </a:solidFill>
          <a:ln>
            <a:solidFill>
              <a:srgbClr val="00A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0" name="Tekstvak 1">
            <a:extLst>
              <a:ext uri="{FF2B5EF4-FFF2-40B4-BE49-F238E27FC236}">
                <a16:creationId xmlns:a16="http://schemas.microsoft.com/office/drawing/2014/main" id="{1B782214-75E1-DEC0-3509-73A22D87C759}"/>
              </a:ext>
            </a:extLst>
          </p:cNvPr>
          <p:cNvSpPr txBox="1"/>
          <p:nvPr/>
        </p:nvSpPr>
        <p:spPr>
          <a:xfrm>
            <a:off x="8127837" y="1709104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ADE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1" name="Gelijkbenige driehoek 120">
            <a:extLst>
              <a:ext uri="{FF2B5EF4-FFF2-40B4-BE49-F238E27FC236}">
                <a16:creationId xmlns:a16="http://schemas.microsoft.com/office/drawing/2014/main" id="{89AAC5C7-F02F-ED32-A8CF-F55420522A0D}"/>
              </a:ext>
            </a:extLst>
          </p:cNvPr>
          <p:cNvSpPr>
            <a:spLocks noChangeAspect="1"/>
          </p:cNvSpPr>
          <p:nvPr/>
        </p:nvSpPr>
        <p:spPr>
          <a:xfrm>
            <a:off x="8132012" y="2605054"/>
            <a:ext cx="115200" cy="115200"/>
          </a:xfrm>
          <a:prstGeom prst="triangle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0ADE5"/>
              </a:solidFill>
            </a:endParaRPr>
          </a:p>
        </p:txBody>
      </p:sp>
      <p:sp>
        <p:nvSpPr>
          <p:cNvPr id="122" name="Tekstvak 1">
            <a:extLst>
              <a:ext uri="{FF2B5EF4-FFF2-40B4-BE49-F238E27FC236}">
                <a16:creationId xmlns:a16="http://schemas.microsoft.com/office/drawing/2014/main" id="{F1310D56-E995-03B0-7947-D2A6207202A9}"/>
              </a:ext>
            </a:extLst>
          </p:cNvPr>
          <p:cNvSpPr txBox="1"/>
          <p:nvPr/>
        </p:nvSpPr>
        <p:spPr>
          <a:xfrm>
            <a:off x="8145022" y="2570046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080C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sp>
        <p:nvSpPr>
          <p:cNvPr id="123" name="Gelijkbenige driehoek 122">
            <a:extLst>
              <a:ext uri="{FF2B5EF4-FFF2-40B4-BE49-F238E27FC236}">
                <a16:creationId xmlns:a16="http://schemas.microsoft.com/office/drawing/2014/main" id="{859452B5-B1FF-3CD7-10BF-1895E66661B4}"/>
              </a:ext>
            </a:extLst>
          </p:cNvPr>
          <p:cNvSpPr>
            <a:spLocks noChangeAspect="1"/>
          </p:cNvSpPr>
          <p:nvPr/>
        </p:nvSpPr>
        <p:spPr>
          <a:xfrm>
            <a:off x="8114827" y="3380610"/>
            <a:ext cx="115200" cy="115200"/>
          </a:xfrm>
          <a:prstGeom prst="triangle">
            <a:avLst/>
          </a:prstGeom>
          <a:solidFill>
            <a:srgbClr val="0C365D"/>
          </a:solidFill>
          <a:ln>
            <a:solidFill>
              <a:srgbClr val="0C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0C365D"/>
              </a:solidFill>
            </a:endParaRPr>
          </a:p>
        </p:txBody>
      </p:sp>
      <p:sp>
        <p:nvSpPr>
          <p:cNvPr id="124" name="Tekstvak 1">
            <a:extLst>
              <a:ext uri="{FF2B5EF4-FFF2-40B4-BE49-F238E27FC236}">
                <a16:creationId xmlns:a16="http://schemas.microsoft.com/office/drawing/2014/main" id="{A440600C-CC4C-821A-8275-06E153C89E83}"/>
              </a:ext>
            </a:extLst>
          </p:cNvPr>
          <p:cNvSpPr txBox="1"/>
          <p:nvPr/>
        </p:nvSpPr>
        <p:spPr>
          <a:xfrm>
            <a:off x="8127837" y="3345602"/>
            <a:ext cx="436948" cy="212563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nl-BE" sz="1000" kern="12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2%</a:t>
            </a:r>
          </a:p>
        </p:txBody>
      </p:sp>
      <p:graphicFrame>
        <p:nvGraphicFramePr>
          <p:cNvPr id="125" name="Grafiek 124">
            <a:extLst>
              <a:ext uri="{FF2B5EF4-FFF2-40B4-BE49-F238E27FC236}">
                <a16:creationId xmlns:a16="http://schemas.microsoft.com/office/drawing/2014/main" id="{E1041FF2-DCC7-2D7D-20BE-7FE1907B03F2}"/>
              </a:ext>
            </a:extLst>
          </p:cNvPr>
          <p:cNvGraphicFramePr>
            <a:graphicFrameLocks/>
          </p:cNvGraphicFramePr>
          <p:nvPr/>
        </p:nvGraphicFramePr>
        <p:xfrm>
          <a:off x="6291943" y="4501432"/>
          <a:ext cx="5629728" cy="208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28" name="Tekstvak 127">
            <a:extLst>
              <a:ext uri="{FF2B5EF4-FFF2-40B4-BE49-F238E27FC236}">
                <a16:creationId xmlns:a16="http://schemas.microsoft.com/office/drawing/2014/main" id="{1203C103-E035-C12A-1790-5F6F9F334678}"/>
              </a:ext>
            </a:extLst>
          </p:cNvPr>
          <p:cNvSpPr txBox="1"/>
          <p:nvPr/>
        </p:nvSpPr>
        <p:spPr>
          <a:xfrm>
            <a:off x="6277429" y="4093447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OEE Breakdown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C033FA32-ACAB-DC02-D3B1-D845A41CC3B4}"/>
              </a:ext>
            </a:extLst>
          </p:cNvPr>
          <p:cNvSpPr txBox="1"/>
          <p:nvPr/>
        </p:nvSpPr>
        <p:spPr>
          <a:xfrm>
            <a:off x="526570" y="409344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>
                <a:latin typeface="Poppins" panose="00000500000000000000" pitchFamily="2" charset="0"/>
                <a:cs typeface="Poppins" panose="00000500000000000000" pitchFamily="2" charset="0"/>
              </a:rPr>
              <a:t>Trendline</a:t>
            </a:r>
          </a:p>
        </p:txBody>
      </p:sp>
      <p:sp>
        <p:nvSpPr>
          <p:cNvPr id="130" name="Tekstvak 129">
            <a:extLst>
              <a:ext uri="{FF2B5EF4-FFF2-40B4-BE49-F238E27FC236}">
                <a16:creationId xmlns:a16="http://schemas.microsoft.com/office/drawing/2014/main" id="{8CCCEF80-DE2E-8295-B9C4-E596C05CE19A}"/>
              </a:ext>
            </a:extLst>
          </p:cNvPr>
          <p:cNvSpPr txBox="1"/>
          <p:nvPr/>
        </p:nvSpPr>
        <p:spPr>
          <a:xfrm>
            <a:off x="6354409" y="4610789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Running time</a:t>
            </a:r>
          </a:p>
        </p:txBody>
      </p:sp>
      <p:sp>
        <p:nvSpPr>
          <p:cNvPr id="131" name="Tekstvak 130">
            <a:extLst>
              <a:ext uri="{FF2B5EF4-FFF2-40B4-BE49-F238E27FC236}">
                <a16:creationId xmlns:a16="http://schemas.microsoft.com/office/drawing/2014/main" id="{98FBA325-ABB1-76B1-A109-33C66118BB5A}"/>
              </a:ext>
            </a:extLst>
          </p:cNvPr>
          <p:cNvSpPr txBox="1"/>
          <p:nvPr/>
        </p:nvSpPr>
        <p:spPr>
          <a:xfrm>
            <a:off x="6354409" y="5220496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Output</a:t>
            </a:r>
          </a:p>
        </p:txBody>
      </p:sp>
      <p:sp>
        <p:nvSpPr>
          <p:cNvPr id="132" name="Tekstvak 131">
            <a:extLst>
              <a:ext uri="{FF2B5EF4-FFF2-40B4-BE49-F238E27FC236}">
                <a16:creationId xmlns:a16="http://schemas.microsoft.com/office/drawing/2014/main" id="{526619A9-FA06-DC64-44E5-9A95746F7A50}"/>
              </a:ext>
            </a:extLst>
          </p:cNvPr>
          <p:cNvSpPr txBox="1"/>
          <p:nvPr/>
        </p:nvSpPr>
        <p:spPr>
          <a:xfrm>
            <a:off x="6354409" y="5834509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Good Output</a:t>
            </a:r>
          </a:p>
        </p:txBody>
      </p:sp>
      <p:sp>
        <p:nvSpPr>
          <p:cNvPr id="133" name="Tekstvak 132">
            <a:extLst>
              <a:ext uri="{FF2B5EF4-FFF2-40B4-BE49-F238E27FC236}">
                <a16:creationId xmlns:a16="http://schemas.microsoft.com/office/drawing/2014/main" id="{6A6DFEAC-F921-094B-31D6-BFA7EC171B1A}"/>
              </a:ext>
            </a:extLst>
          </p:cNvPr>
          <p:cNvSpPr txBox="1"/>
          <p:nvPr/>
        </p:nvSpPr>
        <p:spPr>
          <a:xfrm>
            <a:off x="10988695" y="4599599"/>
            <a:ext cx="8691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Down time</a:t>
            </a:r>
          </a:p>
        </p:txBody>
      </p:sp>
      <p:sp>
        <p:nvSpPr>
          <p:cNvPr id="134" name="Tekstvak 133">
            <a:extLst>
              <a:ext uri="{FF2B5EF4-FFF2-40B4-BE49-F238E27FC236}">
                <a16:creationId xmlns:a16="http://schemas.microsoft.com/office/drawing/2014/main" id="{A259DEA6-061C-D97D-8917-299B756CA288}"/>
              </a:ext>
            </a:extLst>
          </p:cNvPr>
          <p:cNvSpPr txBox="1"/>
          <p:nvPr/>
        </p:nvSpPr>
        <p:spPr>
          <a:xfrm>
            <a:off x="10672904" y="5209306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 err="1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Planned</a:t>
            </a:r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Output</a:t>
            </a:r>
          </a:p>
        </p:txBody>
      </p:sp>
      <p:sp>
        <p:nvSpPr>
          <p:cNvPr id="135" name="Tekstvak 134">
            <a:extLst>
              <a:ext uri="{FF2B5EF4-FFF2-40B4-BE49-F238E27FC236}">
                <a16:creationId xmlns:a16="http://schemas.microsoft.com/office/drawing/2014/main" id="{0D486F87-6F8A-97E1-6A9C-EA6313C63E64}"/>
              </a:ext>
            </a:extLst>
          </p:cNvPr>
          <p:cNvSpPr txBox="1"/>
          <p:nvPr/>
        </p:nvSpPr>
        <p:spPr>
          <a:xfrm>
            <a:off x="10943811" y="5823319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Bad Output</a:t>
            </a:r>
          </a:p>
        </p:txBody>
      </p:sp>
      <p:sp>
        <p:nvSpPr>
          <p:cNvPr id="136" name="Tekstvak 135">
            <a:extLst>
              <a:ext uri="{FF2B5EF4-FFF2-40B4-BE49-F238E27FC236}">
                <a16:creationId xmlns:a16="http://schemas.microsoft.com/office/drawing/2014/main" id="{13347B43-5D3C-B99C-776A-A0A4EE630E97}"/>
              </a:ext>
            </a:extLst>
          </p:cNvPr>
          <p:cNvSpPr txBox="1"/>
          <p:nvPr/>
        </p:nvSpPr>
        <p:spPr>
          <a:xfrm>
            <a:off x="8664057" y="4824520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90%</a:t>
            </a:r>
          </a:p>
        </p:txBody>
      </p:sp>
      <p:sp>
        <p:nvSpPr>
          <p:cNvPr id="137" name="Tekstvak 136">
            <a:extLst>
              <a:ext uri="{FF2B5EF4-FFF2-40B4-BE49-F238E27FC236}">
                <a16:creationId xmlns:a16="http://schemas.microsoft.com/office/drawing/2014/main" id="{46D708C3-6893-108C-94DA-BAE20BD56BAB}"/>
              </a:ext>
            </a:extLst>
          </p:cNvPr>
          <p:cNvSpPr txBox="1"/>
          <p:nvPr/>
        </p:nvSpPr>
        <p:spPr>
          <a:xfrm>
            <a:off x="7240523" y="5433719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</a:p>
        </p:txBody>
      </p:sp>
      <p:sp>
        <p:nvSpPr>
          <p:cNvPr id="138" name="Tekstvak 137">
            <a:extLst>
              <a:ext uri="{FF2B5EF4-FFF2-40B4-BE49-F238E27FC236}">
                <a16:creationId xmlns:a16="http://schemas.microsoft.com/office/drawing/2014/main" id="{64C8B3D8-1BFC-B378-6F40-226784DF33B5}"/>
              </a:ext>
            </a:extLst>
          </p:cNvPr>
          <p:cNvSpPr txBox="1"/>
          <p:nvPr/>
        </p:nvSpPr>
        <p:spPr>
          <a:xfrm>
            <a:off x="11322153" y="4849364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</a:p>
        </p:txBody>
      </p:sp>
      <p:sp>
        <p:nvSpPr>
          <p:cNvPr id="139" name="Tekstvak 138">
            <a:extLst>
              <a:ext uri="{FF2B5EF4-FFF2-40B4-BE49-F238E27FC236}">
                <a16:creationId xmlns:a16="http://schemas.microsoft.com/office/drawing/2014/main" id="{F9D9649F-9055-D790-59D3-37597C84A97D}"/>
              </a:ext>
            </a:extLst>
          </p:cNvPr>
          <p:cNvSpPr txBox="1"/>
          <p:nvPr/>
        </p:nvSpPr>
        <p:spPr>
          <a:xfrm>
            <a:off x="10011853" y="5445712"/>
            <a:ext cx="442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59%</a:t>
            </a:r>
          </a:p>
        </p:txBody>
      </p:sp>
      <p:sp>
        <p:nvSpPr>
          <p:cNvPr id="140" name="Tekstvak 139">
            <a:extLst>
              <a:ext uri="{FF2B5EF4-FFF2-40B4-BE49-F238E27FC236}">
                <a16:creationId xmlns:a16="http://schemas.microsoft.com/office/drawing/2014/main" id="{14FA746F-5BE3-9DE0-34A2-27BC1F6900E2}"/>
              </a:ext>
            </a:extLst>
          </p:cNvPr>
          <p:cNvSpPr txBox="1"/>
          <p:nvPr/>
        </p:nvSpPr>
        <p:spPr>
          <a:xfrm>
            <a:off x="10011853" y="604496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62%</a:t>
            </a:r>
          </a:p>
        </p:txBody>
      </p:sp>
      <p:sp>
        <p:nvSpPr>
          <p:cNvPr id="141" name="Tekstvak 140">
            <a:extLst>
              <a:ext uri="{FF2B5EF4-FFF2-40B4-BE49-F238E27FC236}">
                <a16:creationId xmlns:a16="http://schemas.microsoft.com/office/drawing/2014/main" id="{EB38F06B-1E9F-9B51-A278-B73D22D5108B}"/>
              </a:ext>
            </a:extLst>
          </p:cNvPr>
          <p:cNvSpPr txBox="1"/>
          <p:nvPr/>
        </p:nvSpPr>
        <p:spPr>
          <a:xfrm>
            <a:off x="7256393" y="4598088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(200h 50m 48s)</a:t>
            </a:r>
          </a:p>
        </p:txBody>
      </p:sp>
      <p:sp>
        <p:nvSpPr>
          <p:cNvPr id="142" name="Tekstvak 141">
            <a:extLst>
              <a:ext uri="{FF2B5EF4-FFF2-40B4-BE49-F238E27FC236}">
                <a16:creationId xmlns:a16="http://schemas.microsoft.com/office/drawing/2014/main" id="{F0AD04F3-D857-A2AA-609B-CF5554DA5F5C}"/>
              </a:ext>
            </a:extLst>
          </p:cNvPr>
          <p:cNvSpPr txBox="1"/>
          <p:nvPr/>
        </p:nvSpPr>
        <p:spPr>
          <a:xfrm>
            <a:off x="10166442" y="4585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0C365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(20h 5m 5s)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00AE8E5-BA0E-B78A-A30B-2F18896EB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9583" y="615607"/>
            <a:ext cx="171450" cy="171450"/>
          </a:xfrm>
          <a:prstGeom prst="rect">
            <a:avLst/>
          </a:prstGeom>
        </p:spPr>
      </p:pic>
      <p:sp>
        <p:nvSpPr>
          <p:cNvPr id="15" name="Rechthoek 14">
            <a:extLst>
              <a:ext uri="{FF2B5EF4-FFF2-40B4-BE49-F238E27FC236}">
                <a16:creationId xmlns:a16="http://schemas.microsoft.com/office/drawing/2014/main" id="{69106653-1C85-EA54-6398-47E50960368F}"/>
              </a:ext>
            </a:extLst>
          </p:cNvPr>
          <p:cNvSpPr/>
          <p:nvPr/>
        </p:nvSpPr>
        <p:spPr>
          <a:xfrm>
            <a:off x="0" y="521990"/>
            <a:ext cx="3082835" cy="6418185"/>
          </a:xfrm>
          <a:prstGeom prst="rect">
            <a:avLst/>
          </a:prstGeom>
          <a:solidFill>
            <a:srgbClr val="001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2" name="Rechthoek: afgeronde hoeken 51">
            <a:extLst>
              <a:ext uri="{FF2B5EF4-FFF2-40B4-BE49-F238E27FC236}">
                <a16:creationId xmlns:a16="http://schemas.microsoft.com/office/drawing/2014/main" id="{D4C59E51-A0C2-08CB-E82C-48B2038800E7}"/>
              </a:ext>
            </a:extLst>
          </p:cNvPr>
          <p:cNvSpPr/>
          <p:nvPr/>
        </p:nvSpPr>
        <p:spPr>
          <a:xfrm>
            <a:off x="362972" y="1206109"/>
            <a:ext cx="2287224" cy="428625"/>
          </a:xfrm>
          <a:prstGeom prst="roundRect">
            <a:avLst/>
          </a:prstGeom>
          <a:solidFill>
            <a:srgbClr val="0C3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08659F13-2797-31F7-02AD-6345A0E38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9583" y="787998"/>
            <a:ext cx="171450" cy="171450"/>
          </a:xfrm>
          <a:prstGeom prst="rect">
            <a:avLst/>
          </a:prstGeom>
        </p:spPr>
      </p:pic>
      <p:grpSp>
        <p:nvGrpSpPr>
          <p:cNvPr id="24" name="Groep 23">
            <a:extLst>
              <a:ext uri="{FF2B5EF4-FFF2-40B4-BE49-F238E27FC236}">
                <a16:creationId xmlns:a16="http://schemas.microsoft.com/office/drawing/2014/main" id="{1A9493BC-DA2F-9C77-0895-7F101B39EA03}"/>
              </a:ext>
            </a:extLst>
          </p:cNvPr>
          <p:cNvGrpSpPr/>
          <p:nvPr/>
        </p:nvGrpSpPr>
        <p:grpSpPr>
          <a:xfrm>
            <a:off x="486253" y="1295470"/>
            <a:ext cx="2009064" cy="246221"/>
            <a:chOff x="7093257" y="3790346"/>
            <a:chExt cx="2009064" cy="246221"/>
          </a:xfrm>
        </p:grpSpPr>
        <p:sp>
          <p:nvSpPr>
            <p:cNvPr id="87" name="Tekstvak 86">
              <a:extLst>
                <a:ext uri="{FF2B5EF4-FFF2-40B4-BE49-F238E27FC236}">
                  <a16:creationId xmlns:a16="http://schemas.microsoft.com/office/drawing/2014/main" id="{C34517DC-5809-5BCF-405A-866D2CF9C8B0}"/>
                </a:ext>
              </a:extLst>
            </p:cNvPr>
            <p:cNvSpPr txBox="1"/>
            <p:nvPr/>
          </p:nvSpPr>
          <p:spPr>
            <a:xfrm>
              <a:off x="7093257" y="379034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3FF27E8A-6972-DDE1-B0BA-E932B00237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07071" y="3858789"/>
              <a:ext cx="95250" cy="95250"/>
            </a:xfrm>
            <a:prstGeom prst="rect">
              <a:avLst/>
            </a:prstGeom>
          </p:spPr>
        </p:pic>
      </p:grpSp>
      <p:sp>
        <p:nvSpPr>
          <p:cNvPr id="57" name="Rechthoek: afgeronde hoeken 56">
            <a:extLst>
              <a:ext uri="{FF2B5EF4-FFF2-40B4-BE49-F238E27FC236}">
                <a16:creationId xmlns:a16="http://schemas.microsoft.com/office/drawing/2014/main" id="{2734A2D6-4B4F-3091-200B-F4B139E71532}"/>
              </a:ext>
            </a:extLst>
          </p:cNvPr>
          <p:cNvSpPr/>
          <p:nvPr/>
        </p:nvSpPr>
        <p:spPr>
          <a:xfrm>
            <a:off x="880764" y="-1315160"/>
            <a:ext cx="2070269" cy="428625"/>
          </a:xfrm>
          <a:prstGeom prst="roundRect">
            <a:avLst/>
          </a:prstGeom>
          <a:solidFill>
            <a:srgbClr val="0C3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B633AD5A-986D-342A-9CCB-C438F808A5EA}"/>
              </a:ext>
            </a:extLst>
          </p:cNvPr>
          <p:cNvSpPr txBox="1"/>
          <p:nvPr/>
        </p:nvSpPr>
        <p:spPr>
          <a:xfrm>
            <a:off x="956964" y="-1218821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>
                <a:solidFill>
                  <a:srgbClr val="E3E6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Button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DEAF398A-0240-D622-30C7-BB86606DB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92184" y="-1150378"/>
            <a:ext cx="95250" cy="95250"/>
          </a:xfrm>
          <a:prstGeom prst="rect">
            <a:avLst/>
          </a:prstGeom>
        </p:spPr>
      </p:pic>
      <p:grpSp>
        <p:nvGrpSpPr>
          <p:cNvPr id="61" name="Groep 60">
            <a:extLst>
              <a:ext uri="{FF2B5EF4-FFF2-40B4-BE49-F238E27FC236}">
                <a16:creationId xmlns:a16="http://schemas.microsoft.com/office/drawing/2014/main" id="{2CD5D857-1E03-F4EB-3DC9-9D002F601515}"/>
              </a:ext>
            </a:extLst>
          </p:cNvPr>
          <p:cNvGrpSpPr/>
          <p:nvPr/>
        </p:nvGrpSpPr>
        <p:grpSpPr>
          <a:xfrm>
            <a:off x="491016" y="1797237"/>
            <a:ext cx="1999238" cy="246221"/>
            <a:chOff x="491016" y="1790887"/>
            <a:chExt cx="1999238" cy="246221"/>
          </a:xfrm>
        </p:grpSpPr>
        <p:sp>
          <p:nvSpPr>
            <p:cNvPr id="54" name="Tekstvak 53">
              <a:extLst>
                <a:ext uri="{FF2B5EF4-FFF2-40B4-BE49-F238E27FC236}">
                  <a16:creationId xmlns:a16="http://schemas.microsoft.com/office/drawing/2014/main" id="{B207D28D-CBCC-945D-F029-8579A6AD0401}"/>
                </a:ext>
              </a:extLst>
            </p:cNvPr>
            <p:cNvSpPr txBox="1"/>
            <p:nvPr/>
          </p:nvSpPr>
          <p:spPr>
            <a:xfrm>
              <a:off x="491016" y="1790887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5E9C58C5-8095-C7C6-6D9C-908A19BAE9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  <p:grpSp>
        <p:nvGrpSpPr>
          <p:cNvPr id="62" name="Groep 61">
            <a:extLst>
              <a:ext uri="{FF2B5EF4-FFF2-40B4-BE49-F238E27FC236}">
                <a16:creationId xmlns:a16="http://schemas.microsoft.com/office/drawing/2014/main" id="{5CAC4F4F-2A21-BAFE-F34A-BBA90BC5282D}"/>
              </a:ext>
            </a:extLst>
          </p:cNvPr>
          <p:cNvGrpSpPr/>
          <p:nvPr/>
        </p:nvGrpSpPr>
        <p:grpSpPr>
          <a:xfrm>
            <a:off x="492280" y="2190985"/>
            <a:ext cx="2003207" cy="246221"/>
            <a:chOff x="487047" y="1790887"/>
            <a:chExt cx="2003207" cy="246221"/>
          </a:xfrm>
        </p:grpSpPr>
        <p:sp>
          <p:nvSpPr>
            <p:cNvPr id="63" name="Tekstvak 62">
              <a:extLst>
                <a:ext uri="{FF2B5EF4-FFF2-40B4-BE49-F238E27FC236}">
                  <a16:creationId xmlns:a16="http://schemas.microsoft.com/office/drawing/2014/main" id="{13701523-53D6-3426-8026-C1E226D1E561}"/>
                </a:ext>
              </a:extLst>
            </p:cNvPr>
            <p:cNvSpPr txBox="1"/>
            <p:nvPr/>
          </p:nvSpPr>
          <p:spPr>
            <a:xfrm>
              <a:off x="487047" y="1790887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1000">
                  <a:solidFill>
                    <a:srgbClr val="E3E6E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Button</a:t>
              </a:r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D99BDE90-73BA-F153-270C-A007EED1AD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5004" y="1867142"/>
              <a:ext cx="95250" cy="95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277497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E6E9170F41247B5D88604A055B03E" ma:contentTypeVersion="7" ma:contentTypeDescription="Een nieuw document maken." ma:contentTypeScope="" ma:versionID="0c75150bb0000978a337d3a05ed85de4">
  <xsd:schema xmlns:xsd="http://www.w3.org/2001/XMLSchema" xmlns:xs="http://www.w3.org/2001/XMLSchema" xmlns:p="http://schemas.microsoft.com/office/2006/metadata/properties" xmlns:ns2="b738d75a-0aba-4e3a-ac08-5ced66d3c5a4" targetNamespace="http://schemas.microsoft.com/office/2006/metadata/properties" ma:root="true" ma:fieldsID="a580e83c7eeade6d94b626ac468b73f5" ns2:_="">
    <xsd:import namespace="b738d75a-0aba-4e3a-ac08-5ced66d3c5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8d75a-0aba-4e3a-ac08-5ced66d3c5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56F596-9393-4892-9516-3F94587327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38d75a-0aba-4e3a-ac08-5ced66d3c5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23A07A-D86C-4B6A-AC3E-3BC277180A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2B5028-B0E1-40CE-9ECD-BD2694C0C645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14df8b98-5230-4d64-b86d-7f6e8291ea55"/>
    <ds:schemaRef ds:uri="a723962b-4e5c-4f33-ad9d-bc796c21a5a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2150</Words>
  <Application>Microsoft Office PowerPoint</Application>
  <PresentationFormat>Breedbeeld</PresentationFormat>
  <Paragraphs>869</Paragraphs>
  <Slides>26</Slides>
  <Notes>4</Notes>
  <HiddenSlides>4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26</vt:i4>
      </vt:variant>
    </vt:vector>
  </HeadingPairs>
  <TitlesOfParts>
    <vt:vector size="27" baseType="lpstr"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Grid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Reynaert</dc:creator>
  <cp:lastModifiedBy>Andrei Pashkov</cp:lastModifiedBy>
  <cp:revision>10</cp:revision>
  <dcterms:created xsi:type="dcterms:W3CDTF">2025-06-10T12:11:28Z</dcterms:created>
  <dcterms:modified xsi:type="dcterms:W3CDTF">2026-06-18T11:18:48Z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0x010100834E6E9170F41247B5D88604A055B03E</vt:lpwstr>
  </property>
  <property fmtid="{D5CDD505-2E9C-101B-9397-08002B2CF9AE}" pid="3" name="MediaServiceImageTags">
    <vt:lpwstr/>
  </property>
</Properties>
</file>